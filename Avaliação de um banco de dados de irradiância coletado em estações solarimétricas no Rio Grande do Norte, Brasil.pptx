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Figtre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igtree-bold.fntdata"/><Relationship Id="rId12" Type="http://schemas.openxmlformats.org/officeDocument/2006/relationships/font" Target="fonts/Figtre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gtree-boldItalic.fntdata"/><Relationship Id="rId14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86e36a80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2786e36a80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86e36a80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786e36a80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1bbc2a4122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1bbc2a412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7.png"/><Relationship Id="rId15" Type="http://schemas.openxmlformats.org/officeDocument/2006/relationships/image" Target="../media/image4.png"/><Relationship Id="rId14" Type="http://schemas.openxmlformats.org/officeDocument/2006/relationships/image" Target="../media/image15.png"/><Relationship Id="rId17" Type="http://schemas.openxmlformats.org/officeDocument/2006/relationships/image" Target="../media/image10.png"/><Relationship Id="rId16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3" Type="http://schemas.openxmlformats.org/officeDocument/2006/relationships/image" Target="../media/image24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7.png"/><Relationship Id="rId1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0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238932" y="9"/>
            <a:ext cx="18765865" cy="18765865"/>
          </a:xfrm>
          <a:custGeom>
            <a:rect b="b" l="l" r="r" t="t"/>
            <a:pathLst>
              <a:path extrusionOk="0" h="18765865" w="18765865">
                <a:moveTo>
                  <a:pt x="0" y="0"/>
                </a:moveTo>
                <a:lnTo>
                  <a:pt x="18765864" y="0"/>
                </a:lnTo>
                <a:lnTo>
                  <a:pt x="18765864" y="18765865"/>
                </a:lnTo>
                <a:lnTo>
                  <a:pt x="0" y="18765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9742300" y="1365613"/>
            <a:ext cx="8709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DE DESENVOLVIMENTO SUSTENTÁVEL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E51038"/>
              </a:solidFill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9610447" y="7840821"/>
            <a:ext cx="7723097" cy="7723097"/>
            <a:chOff x="0" y="0"/>
            <a:chExt cx="812800" cy="81280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14121623" y="6210791"/>
            <a:ext cx="7723097" cy="7723097"/>
            <a:chOff x="0" y="0"/>
            <a:chExt cx="812800" cy="8128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5C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3"/>
          <p:cNvSpPr/>
          <p:nvPr/>
        </p:nvSpPr>
        <p:spPr>
          <a:xfrm rot="-1791860">
            <a:off x="8729875" y="4462792"/>
            <a:ext cx="12785067" cy="7191600"/>
          </a:xfrm>
          <a:custGeom>
            <a:rect b="b" l="l" r="r" t="t"/>
            <a:pathLst>
              <a:path extrusionOk="0" h="7191600" w="12785067">
                <a:moveTo>
                  <a:pt x="0" y="0"/>
                </a:moveTo>
                <a:lnTo>
                  <a:pt x="12785066" y="0"/>
                </a:lnTo>
                <a:lnTo>
                  <a:pt x="12785066" y="7191600"/>
                </a:lnTo>
                <a:lnTo>
                  <a:pt x="0" y="719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" name="Google Shape;93;p13"/>
          <p:cNvGrpSpPr/>
          <p:nvPr/>
        </p:nvGrpSpPr>
        <p:grpSpPr>
          <a:xfrm>
            <a:off x="-3151410" y="-4039534"/>
            <a:ext cx="6403726" cy="6403726"/>
            <a:chOff x="0" y="0"/>
            <a:chExt cx="812800" cy="812800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10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725" lIns="21725" spcFirstLastPara="1" rIns="21725" wrap="square" tIns="21725">
              <a:noAutofit/>
            </a:bodyPr>
            <a:lstStyle/>
            <a:p>
              <a:pPr indent="0" lvl="0" marL="0" marR="0" rtl="0" algn="ctr">
                <a:lnSpc>
                  <a:spcPct val="6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/>
          <p:nvPr/>
        </p:nvSpPr>
        <p:spPr>
          <a:xfrm>
            <a:off x="16541960" y="157638"/>
            <a:ext cx="1052615" cy="911820"/>
          </a:xfrm>
          <a:custGeom>
            <a:rect b="b" l="l" r="r" t="t"/>
            <a:pathLst>
              <a:path extrusionOk="0" h="911820" w="1052615">
                <a:moveTo>
                  <a:pt x="0" y="0"/>
                </a:moveTo>
                <a:lnTo>
                  <a:pt x="1052615" y="0"/>
                </a:lnTo>
                <a:lnTo>
                  <a:pt x="1052615" y="911820"/>
                </a:lnTo>
                <a:lnTo>
                  <a:pt x="0" y="911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586" l="-14223" r="-13203" t="-48292"/>
            </a:stretch>
          </a:blip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 rot="-5400000">
            <a:off x="886089" y="150211"/>
            <a:ext cx="559841" cy="1524320"/>
          </a:xfrm>
          <a:custGeom>
            <a:rect b="b" l="l" r="r" t="t"/>
            <a:pathLst>
              <a:path extrusionOk="0" h="1524320" w="559841">
                <a:moveTo>
                  <a:pt x="0" y="0"/>
                </a:moveTo>
                <a:lnTo>
                  <a:pt x="559842" y="0"/>
                </a:lnTo>
                <a:lnTo>
                  <a:pt x="559842" y="1524320"/>
                </a:lnTo>
                <a:lnTo>
                  <a:pt x="0" y="1524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3"/>
          <p:cNvSpPr/>
          <p:nvPr/>
        </p:nvSpPr>
        <p:spPr>
          <a:xfrm rot="8816765">
            <a:off x="-1419514" y="-796553"/>
            <a:ext cx="6013975" cy="3382860"/>
          </a:xfrm>
          <a:custGeom>
            <a:rect b="b" l="l" r="r" t="t"/>
            <a:pathLst>
              <a:path extrusionOk="0" h="3385517" w="6018698">
                <a:moveTo>
                  <a:pt x="0" y="0"/>
                </a:moveTo>
                <a:lnTo>
                  <a:pt x="6018698" y="0"/>
                </a:lnTo>
                <a:lnTo>
                  <a:pt x="6018698" y="3385518"/>
                </a:lnTo>
                <a:lnTo>
                  <a:pt x="0" y="33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102870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0" y="0"/>
                </a:moveTo>
                <a:lnTo>
                  <a:pt x="829550" y="0"/>
                </a:lnTo>
                <a:lnTo>
                  <a:pt x="829550" y="459363"/>
                </a:lnTo>
                <a:lnTo>
                  <a:pt x="0" y="459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 flipH="1">
            <a:off x="1642975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829550" y="0"/>
                </a:moveTo>
                <a:lnTo>
                  <a:pt x="0" y="0"/>
                </a:lnTo>
                <a:lnTo>
                  <a:pt x="0" y="459363"/>
                </a:lnTo>
                <a:lnTo>
                  <a:pt x="829550" y="459363"/>
                </a:lnTo>
                <a:lnTo>
                  <a:pt x="82955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>
            <a:off x="9643833" y="138966"/>
            <a:ext cx="1664601" cy="889729"/>
          </a:xfrm>
          <a:custGeom>
            <a:rect b="b" l="l" r="r" t="t"/>
            <a:pathLst>
              <a:path extrusionOk="0" h="889729" w="1664601">
                <a:moveTo>
                  <a:pt x="0" y="0"/>
                </a:moveTo>
                <a:lnTo>
                  <a:pt x="1664600" y="0"/>
                </a:lnTo>
                <a:lnTo>
                  <a:pt x="1664600" y="889729"/>
                </a:lnTo>
                <a:lnTo>
                  <a:pt x="0" y="889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3"/>
          <p:cNvSpPr/>
          <p:nvPr/>
        </p:nvSpPr>
        <p:spPr>
          <a:xfrm>
            <a:off x="14484775" y="383746"/>
            <a:ext cx="1184708" cy="459601"/>
          </a:xfrm>
          <a:custGeom>
            <a:rect b="b" l="l" r="r" t="t"/>
            <a:pathLst>
              <a:path extrusionOk="0" h="364763" w="1184708">
                <a:moveTo>
                  <a:pt x="0" y="0"/>
                </a:moveTo>
                <a:lnTo>
                  <a:pt x="1184708" y="0"/>
                </a:lnTo>
                <a:lnTo>
                  <a:pt x="1184708" y="364763"/>
                </a:lnTo>
                <a:lnTo>
                  <a:pt x="0" y="36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>
            <a:off x="11937465" y="383771"/>
            <a:ext cx="1507114" cy="400119"/>
          </a:xfrm>
          <a:custGeom>
            <a:rect b="b" l="l" r="r" t="t"/>
            <a:pathLst>
              <a:path extrusionOk="0" h="400119" w="1507114">
                <a:moveTo>
                  <a:pt x="0" y="0"/>
                </a:moveTo>
                <a:lnTo>
                  <a:pt x="1507114" y="0"/>
                </a:lnTo>
                <a:lnTo>
                  <a:pt x="1507114" y="400119"/>
                </a:lnTo>
                <a:lnTo>
                  <a:pt x="0" y="40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3"/>
          <p:cNvGrpSpPr/>
          <p:nvPr/>
        </p:nvGrpSpPr>
        <p:grpSpPr>
          <a:xfrm>
            <a:off x="9866000" y="3663401"/>
            <a:ext cx="2377495" cy="2132009"/>
            <a:chOff x="0" y="-38100"/>
            <a:chExt cx="669981" cy="708285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669981" cy="670185"/>
            </a:xfrm>
            <a:custGeom>
              <a:rect b="b" l="l" r="r" t="t"/>
              <a:pathLst>
                <a:path extrusionOk="0" h="670185" w="669981">
                  <a:moveTo>
                    <a:pt x="155214" y="0"/>
                  </a:moveTo>
                  <a:lnTo>
                    <a:pt x="514768" y="0"/>
                  </a:lnTo>
                  <a:cubicBezTo>
                    <a:pt x="555933" y="0"/>
                    <a:pt x="595412" y="16353"/>
                    <a:pt x="624520" y="45461"/>
                  </a:cubicBezTo>
                  <a:cubicBezTo>
                    <a:pt x="653628" y="74569"/>
                    <a:pt x="669981" y="114048"/>
                    <a:pt x="669981" y="155214"/>
                  </a:cubicBezTo>
                  <a:lnTo>
                    <a:pt x="669981" y="514972"/>
                  </a:lnTo>
                  <a:cubicBezTo>
                    <a:pt x="669981" y="600694"/>
                    <a:pt x="600490" y="670185"/>
                    <a:pt x="514768" y="670185"/>
                  </a:cubicBezTo>
                  <a:lnTo>
                    <a:pt x="155214" y="670185"/>
                  </a:lnTo>
                  <a:cubicBezTo>
                    <a:pt x="114048" y="670185"/>
                    <a:pt x="74569" y="653832"/>
                    <a:pt x="45461" y="624724"/>
                  </a:cubicBezTo>
                  <a:cubicBezTo>
                    <a:pt x="16353" y="595616"/>
                    <a:pt x="0" y="556137"/>
                    <a:pt x="0" y="514972"/>
                  </a:cubicBezTo>
                  <a:lnTo>
                    <a:pt x="0" y="155214"/>
                  </a:lnTo>
                  <a:cubicBezTo>
                    <a:pt x="0" y="114048"/>
                    <a:pt x="16353" y="74569"/>
                    <a:pt x="45461" y="45461"/>
                  </a:cubicBezTo>
                  <a:cubicBezTo>
                    <a:pt x="74569" y="16353"/>
                    <a:pt x="114048" y="0"/>
                    <a:pt x="155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0" y="-38100"/>
              <a:ext cx="669981" cy="708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12750900" y="3765848"/>
            <a:ext cx="2280280" cy="2132054"/>
            <a:chOff x="0" y="-38100"/>
            <a:chExt cx="669981" cy="7083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669981" cy="670185"/>
            </a:xfrm>
            <a:custGeom>
              <a:rect b="b" l="l" r="r" t="t"/>
              <a:pathLst>
                <a:path extrusionOk="0" h="670185" w="669981">
                  <a:moveTo>
                    <a:pt x="155214" y="0"/>
                  </a:moveTo>
                  <a:lnTo>
                    <a:pt x="514768" y="0"/>
                  </a:lnTo>
                  <a:cubicBezTo>
                    <a:pt x="555933" y="0"/>
                    <a:pt x="595412" y="16353"/>
                    <a:pt x="624520" y="45461"/>
                  </a:cubicBezTo>
                  <a:cubicBezTo>
                    <a:pt x="653628" y="74569"/>
                    <a:pt x="669981" y="114048"/>
                    <a:pt x="669981" y="155214"/>
                  </a:cubicBezTo>
                  <a:lnTo>
                    <a:pt x="669981" y="514972"/>
                  </a:lnTo>
                  <a:cubicBezTo>
                    <a:pt x="669981" y="600694"/>
                    <a:pt x="600490" y="670185"/>
                    <a:pt x="514768" y="670185"/>
                  </a:cubicBezTo>
                  <a:lnTo>
                    <a:pt x="155214" y="670185"/>
                  </a:lnTo>
                  <a:cubicBezTo>
                    <a:pt x="114048" y="670185"/>
                    <a:pt x="74569" y="653832"/>
                    <a:pt x="45461" y="624724"/>
                  </a:cubicBezTo>
                  <a:cubicBezTo>
                    <a:pt x="16353" y="595616"/>
                    <a:pt x="0" y="556137"/>
                    <a:pt x="0" y="514972"/>
                  </a:cubicBezTo>
                  <a:lnTo>
                    <a:pt x="0" y="155214"/>
                  </a:lnTo>
                  <a:cubicBezTo>
                    <a:pt x="0" y="114048"/>
                    <a:pt x="16353" y="74569"/>
                    <a:pt x="45461" y="45461"/>
                  </a:cubicBezTo>
                  <a:cubicBezTo>
                    <a:pt x="74569" y="16353"/>
                    <a:pt x="114048" y="0"/>
                    <a:pt x="155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0" y="-38100"/>
              <a:ext cx="669900" cy="7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9821525" y="5897875"/>
            <a:ext cx="2377495" cy="2175756"/>
            <a:chOff x="0" y="-38100"/>
            <a:chExt cx="669981" cy="708300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669981" cy="670185"/>
            </a:xfrm>
            <a:custGeom>
              <a:rect b="b" l="l" r="r" t="t"/>
              <a:pathLst>
                <a:path extrusionOk="0" h="670185" w="669981">
                  <a:moveTo>
                    <a:pt x="155214" y="0"/>
                  </a:moveTo>
                  <a:lnTo>
                    <a:pt x="514768" y="0"/>
                  </a:lnTo>
                  <a:cubicBezTo>
                    <a:pt x="555933" y="0"/>
                    <a:pt x="595412" y="16353"/>
                    <a:pt x="624520" y="45461"/>
                  </a:cubicBezTo>
                  <a:cubicBezTo>
                    <a:pt x="653628" y="74569"/>
                    <a:pt x="669981" y="114048"/>
                    <a:pt x="669981" y="155214"/>
                  </a:cubicBezTo>
                  <a:lnTo>
                    <a:pt x="669981" y="514972"/>
                  </a:lnTo>
                  <a:cubicBezTo>
                    <a:pt x="669981" y="600694"/>
                    <a:pt x="600490" y="670185"/>
                    <a:pt x="514768" y="670185"/>
                  </a:cubicBezTo>
                  <a:lnTo>
                    <a:pt x="155214" y="670185"/>
                  </a:lnTo>
                  <a:cubicBezTo>
                    <a:pt x="114048" y="670185"/>
                    <a:pt x="74569" y="653832"/>
                    <a:pt x="45461" y="624724"/>
                  </a:cubicBezTo>
                  <a:cubicBezTo>
                    <a:pt x="16353" y="595616"/>
                    <a:pt x="0" y="556137"/>
                    <a:pt x="0" y="514972"/>
                  </a:cubicBezTo>
                  <a:lnTo>
                    <a:pt x="0" y="155214"/>
                  </a:lnTo>
                  <a:cubicBezTo>
                    <a:pt x="0" y="114048"/>
                    <a:pt x="16353" y="74569"/>
                    <a:pt x="45461" y="45461"/>
                  </a:cubicBezTo>
                  <a:cubicBezTo>
                    <a:pt x="74569" y="16353"/>
                    <a:pt x="114048" y="0"/>
                    <a:pt x="155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0" y="-38100"/>
              <a:ext cx="669900" cy="7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12680050" y="5897875"/>
            <a:ext cx="2377495" cy="2175756"/>
            <a:chOff x="0" y="-38100"/>
            <a:chExt cx="669981" cy="708300"/>
          </a:xfrm>
        </p:grpSpPr>
        <p:sp>
          <p:nvSpPr>
            <p:cNvPr id="114" name="Google Shape;114;p13"/>
            <p:cNvSpPr/>
            <p:nvPr/>
          </p:nvSpPr>
          <p:spPr>
            <a:xfrm>
              <a:off x="0" y="0"/>
              <a:ext cx="669981" cy="670185"/>
            </a:xfrm>
            <a:custGeom>
              <a:rect b="b" l="l" r="r" t="t"/>
              <a:pathLst>
                <a:path extrusionOk="0" h="670185" w="669981">
                  <a:moveTo>
                    <a:pt x="155214" y="0"/>
                  </a:moveTo>
                  <a:lnTo>
                    <a:pt x="514768" y="0"/>
                  </a:lnTo>
                  <a:cubicBezTo>
                    <a:pt x="555933" y="0"/>
                    <a:pt x="595412" y="16353"/>
                    <a:pt x="624520" y="45461"/>
                  </a:cubicBezTo>
                  <a:cubicBezTo>
                    <a:pt x="653628" y="74569"/>
                    <a:pt x="669981" y="114048"/>
                    <a:pt x="669981" y="155214"/>
                  </a:cubicBezTo>
                  <a:lnTo>
                    <a:pt x="669981" y="514972"/>
                  </a:lnTo>
                  <a:cubicBezTo>
                    <a:pt x="669981" y="600694"/>
                    <a:pt x="600490" y="670185"/>
                    <a:pt x="514768" y="670185"/>
                  </a:cubicBezTo>
                  <a:lnTo>
                    <a:pt x="155214" y="670185"/>
                  </a:lnTo>
                  <a:cubicBezTo>
                    <a:pt x="114048" y="670185"/>
                    <a:pt x="74569" y="653832"/>
                    <a:pt x="45461" y="624724"/>
                  </a:cubicBezTo>
                  <a:cubicBezTo>
                    <a:pt x="16353" y="595616"/>
                    <a:pt x="0" y="556137"/>
                    <a:pt x="0" y="514972"/>
                  </a:cubicBezTo>
                  <a:lnTo>
                    <a:pt x="0" y="155214"/>
                  </a:lnTo>
                  <a:cubicBezTo>
                    <a:pt x="0" y="114048"/>
                    <a:pt x="16353" y="74569"/>
                    <a:pt x="45461" y="45461"/>
                  </a:cubicBezTo>
                  <a:cubicBezTo>
                    <a:pt x="74569" y="16353"/>
                    <a:pt x="114048" y="0"/>
                    <a:pt x="155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0" y="-38100"/>
              <a:ext cx="669900" cy="7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15506875" y="4526275"/>
            <a:ext cx="2377501" cy="2131983"/>
            <a:chOff x="0" y="-38100"/>
            <a:chExt cx="707400" cy="708300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669981" cy="670185"/>
            </a:xfrm>
            <a:custGeom>
              <a:rect b="b" l="l" r="r" t="t"/>
              <a:pathLst>
                <a:path extrusionOk="0" h="670185" w="669981">
                  <a:moveTo>
                    <a:pt x="155214" y="0"/>
                  </a:moveTo>
                  <a:lnTo>
                    <a:pt x="514768" y="0"/>
                  </a:lnTo>
                  <a:cubicBezTo>
                    <a:pt x="555933" y="0"/>
                    <a:pt x="595412" y="16353"/>
                    <a:pt x="624520" y="45461"/>
                  </a:cubicBezTo>
                  <a:cubicBezTo>
                    <a:pt x="653628" y="74569"/>
                    <a:pt x="669981" y="114048"/>
                    <a:pt x="669981" y="155214"/>
                  </a:cubicBezTo>
                  <a:lnTo>
                    <a:pt x="669981" y="514972"/>
                  </a:lnTo>
                  <a:cubicBezTo>
                    <a:pt x="669981" y="600694"/>
                    <a:pt x="600490" y="670185"/>
                    <a:pt x="514768" y="670185"/>
                  </a:cubicBezTo>
                  <a:lnTo>
                    <a:pt x="155214" y="670185"/>
                  </a:lnTo>
                  <a:cubicBezTo>
                    <a:pt x="114048" y="670185"/>
                    <a:pt x="74569" y="653832"/>
                    <a:pt x="45461" y="624724"/>
                  </a:cubicBezTo>
                  <a:cubicBezTo>
                    <a:pt x="16353" y="595616"/>
                    <a:pt x="0" y="556137"/>
                    <a:pt x="0" y="514972"/>
                  </a:cubicBezTo>
                  <a:lnTo>
                    <a:pt x="0" y="155214"/>
                  </a:lnTo>
                  <a:cubicBezTo>
                    <a:pt x="0" y="114048"/>
                    <a:pt x="16353" y="74569"/>
                    <a:pt x="45461" y="45461"/>
                  </a:cubicBezTo>
                  <a:cubicBezTo>
                    <a:pt x="74569" y="16353"/>
                    <a:pt x="114048" y="0"/>
                    <a:pt x="155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0" y="-38100"/>
              <a:ext cx="707400" cy="7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9" name="Google Shape;11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134413" y="3847300"/>
            <a:ext cx="1840675" cy="176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981568" y="3986375"/>
            <a:ext cx="1787244" cy="176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116638" y="6144763"/>
            <a:ext cx="1787250" cy="1764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970698" y="6118361"/>
            <a:ext cx="1840675" cy="1817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775312" y="4771155"/>
            <a:ext cx="1787250" cy="176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218306" y="2032375"/>
            <a:ext cx="2507326" cy="152853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1858250" y="1518025"/>
            <a:ext cx="791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Avaliação de um banco de dados de irradiância coletado em estações solarimétricas no Rio Grande do Norte, Brasil</a:t>
            </a:r>
            <a:endParaRPr sz="1200"/>
          </a:p>
        </p:txBody>
      </p:sp>
      <p:sp>
        <p:nvSpPr>
          <p:cNvPr id="126" name="Google Shape;126;p13"/>
          <p:cNvSpPr/>
          <p:nvPr/>
        </p:nvSpPr>
        <p:spPr>
          <a:xfrm>
            <a:off x="3651600" y="2880900"/>
            <a:ext cx="1840800" cy="1096200"/>
          </a:xfrm>
          <a:prstGeom prst="roundRect">
            <a:avLst>
              <a:gd fmla="val 1112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CO-AUTORES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73875" y="4120650"/>
            <a:ext cx="28272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ALUNO/DISCENTE: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VITÓRIA SOUZA– 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Estudante do curso de meteorologia pela UFRN e bolsista do Programa Institucional de Bolsas de Iniciação Cientifica.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3072000" y="41206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MOISÉS COSTA – 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 do Laboratório de Teledetecção e Energias Renováveis.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6142925" y="4120638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 RODRIGUES –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 do Laboratório de Energia Solar do Instituto SENAI de Inovação em Energias Renováveis.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73875" y="61957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PESQUISADORA: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SAMIRA AZEVEDO –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Pesquisadora líder do Laboratório de Energia Solar do Instituto SENAI de Inovação em Energias Renováveis. 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3311156" y="6210800"/>
            <a:ext cx="43398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PEDRO MUTTI –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adjunto do Departamento de Ciências Atmosféricas e Climáticas e do Programa de Pós-graduação em Ciências Climáticas da Universidade Federal do Rio Grande do Norte.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12839538" y="8073625"/>
            <a:ext cx="210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Nações Unidas.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/>
          <p:nvPr/>
        </p:nvSpPr>
        <p:spPr>
          <a:xfrm>
            <a:off x="-238932" y="-354316"/>
            <a:ext cx="18765865" cy="18765865"/>
          </a:xfrm>
          <a:custGeom>
            <a:rect b="b" l="l" r="r" t="t"/>
            <a:pathLst>
              <a:path extrusionOk="0" h="18765865" w="18765865">
                <a:moveTo>
                  <a:pt x="0" y="0"/>
                </a:moveTo>
                <a:lnTo>
                  <a:pt x="18765864" y="0"/>
                </a:lnTo>
                <a:lnTo>
                  <a:pt x="18765864" y="18765865"/>
                </a:lnTo>
                <a:lnTo>
                  <a:pt x="0" y="18765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8" name="Google Shape;138;p14"/>
          <p:cNvGrpSpPr/>
          <p:nvPr/>
        </p:nvGrpSpPr>
        <p:grpSpPr>
          <a:xfrm>
            <a:off x="9610447" y="7840821"/>
            <a:ext cx="7723097" cy="7723097"/>
            <a:chOff x="0" y="0"/>
            <a:chExt cx="812800" cy="812800"/>
          </a:xfrm>
        </p:grpSpPr>
        <p:sp>
          <p:nvSpPr>
            <p:cNvPr id="139" name="Google Shape;13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4"/>
          <p:cNvGrpSpPr/>
          <p:nvPr/>
        </p:nvGrpSpPr>
        <p:grpSpPr>
          <a:xfrm>
            <a:off x="14121623" y="6210791"/>
            <a:ext cx="7723097" cy="7723097"/>
            <a:chOff x="0" y="0"/>
            <a:chExt cx="812800" cy="812800"/>
          </a:xfrm>
        </p:grpSpPr>
        <p:sp>
          <p:nvSpPr>
            <p:cNvPr id="142" name="Google Shape;14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5C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4"/>
          <p:cNvSpPr/>
          <p:nvPr/>
        </p:nvSpPr>
        <p:spPr>
          <a:xfrm rot="-1791860">
            <a:off x="8729875" y="4462792"/>
            <a:ext cx="12785067" cy="7191600"/>
          </a:xfrm>
          <a:custGeom>
            <a:rect b="b" l="l" r="r" t="t"/>
            <a:pathLst>
              <a:path extrusionOk="0" h="7191600" w="12785067">
                <a:moveTo>
                  <a:pt x="0" y="0"/>
                </a:moveTo>
                <a:lnTo>
                  <a:pt x="12785066" y="0"/>
                </a:lnTo>
                <a:lnTo>
                  <a:pt x="12785066" y="7191600"/>
                </a:lnTo>
                <a:lnTo>
                  <a:pt x="0" y="719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" name="Google Shape;145;p14"/>
          <p:cNvGrpSpPr/>
          <p:nvPr/>
        </p:nvGrpSpPr>
        <p:grpSpPr>
          <a:xfrm>
            <a:off x="-3130785" y="-4039534"/>
            <a:ext cx="6403726" cy="6403726"/>
            <a:chOff x="0" y="0"/>
            <a:chExt cx="812800" cy="812800"/>
          </a:xfrm>
        </p:grpSpPr>
        <p:sp>
          <p:nvSpPr>
            <p:cNvPr id="146" name="Google Shape;14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10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725" lIns="21725" spcFirstLastPara="1" rIns="21725" wrap="square" tIns="21725">
              <a:noAutofit/>
            </a:bodyPr>
            <a:lstStyle/>
            <a:p>
              <a:pPr indent="0" lvl="0" marL="0" marR="0" rtl="0" algn="ctr">
                <a:lnSpc>
                  <a:spcPct val="6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4"/>
          <p:cNvSpPr/>
          <p:nvPr/>
        </p:nvSpPr>
        <p:spPr>
          <a:xfrm>
            <a:off x="16429760" y="236300"/>
            <a:ext cx="1052615" cy="911820"/>
          </a:xfrm>
          <a:custGeom>
            <a:rect b="b" l="l" r="r" t="t"/>
            <a:pathLst>
              <a:path extrusionOk="0" h="911820" w="1052615">
                <a:moveTo>
                  <a:pt x="0" y="0"/>
                </a:moveTo>
                <a:lnTo>
                  <a:pt x="1052615" y="0"/>
                </a:lnTo>
                <a:lnTo>
                  <a:pt x="1052615" y="911820"/>
                </a:lnTo>
                <a:lnTo>
                  <a:pt x="0" y="911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586" l="-14223" r="-13203" t="-48292"/>
            </a:stretch>
          </a:blipFill>
          <a:ln>
            <a:noFill/>
          </a:ln>
        </p:spPr>
      </p:sp>
      <p:sp>
        <p:nvSpPr>
          <p:cNvPr id="149" name="Google Shape;149;p14"/>
          <p:cNvSpPr/>
          <p:nvPr/>
        </p:nvSpPr>
        <p:spPr>
          <a:xfrm rot="-5400000">
            <a:off x="907589" y="301886"/>
            <a:ext cx="559841" cy="1524320"/>
          </a:xfrm>
          <a:custGeom>
            <a:rect b="b" l="l" r="r" t="t"/>
            <a:pathLst>
              <a:path extrusionOk="0" h="1524320" w="559841">
                <a:moveTo>
                  <a:pt x="0" y="0"/>
                </a:moveTo>
                <a:lnTo>
                  <a:pt x="559842" y="0"/>
                </a:lnTo>
                <a:lnTo>
                  <a:pt x="559842" y="1524320"/>
                </a:lnTo>
                <a:lnTo>
                  <a:pt x="0" y="1524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4"/>
          <p:cNvSpPr/>
          <p:nvPr/>
        </p:nvSpPr>
        <p:spPr>
          <a:xfrm rot="8816765">
            <a:off x="-1704151" y="-746328"/>
            <a:ext cx="6013975" cy="3382860"/>
          </a:xfrm>
          <a:custGeom>
            <a:rect b="b" l="l" r="r" t="t"/>
            <a:pathLst>
              <a:path extrusionOk="0" h="3385517" w="6018698">
                <a:moveTo>
                  <a:pt x="0" y="0"/>
                </a:moveTo>
                <a:lnTo>
                  <a:pt x="6018698" y="0"/>
                </a:lnTo>
                <a:lnTo>
                  <a:pt x="6018698" y="3385518"/>
                </a:lnTo>
                <a:lnTo>
                  <a:pt x="0" y="33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4"/>
          <p:cNvSpPr/>
          <p:nvPr/>
        </p:nvSpPr>
        <p:spPr>
          <a:xfrm>
            <a:off x="102870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0" y="0"/>
                </a:moveTo>
                <a:lnTo>
                  <a:pt x="829550" y="0"/>
                </a:lnTo>
                <a:lnTo>
                  <a:pt x="829550" y="459363"/>
                </a:lnTo>
                <a:lnTo>
                  <a:pt x="0" y="459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4"/>
          <p:cNvSpPr/>
          <p:nvPr/>
        </p:nvSpPr>
        <p:spPr>
          <a:xfrm flipH="1">
            <a:off x="1642975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829550" y="0"/>
                </a:moveTo>
                <a:lnTo>
                  <a:pt x="0" y="0"/>
                </a:lnTo>
                <a:lnTo>
                  <a:pt x="0" y="459363"/>
                </a:lnTo>
                <a:lnTo>
                  <a:pt x="829550" y="459363"/>
                </a:lnTo>
                <a:lnTo>
                  <a:pt x="82955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4"/>
          <p:cNvSpPr/>
          <p:nvPr/>
        </p:nvSpPr>
        <p:spPr>
          <a:xfrm>
            <a:off x="9643838" y="236225"/>
            <a:ext cx="1664601" cy="911972"/>
          </a:xfrm>
          <a:custGeom>
            <a:rect b="b" l="l" r="r" t="t"/>
            <a:pathLst>
              <a:path extrusionOk="0" h="889729" w="1664601">
                <a:moveTo>
                  <a:pt x="0" y="0"/>
                </a:moveTo>
                <a:lnTo>
                  <a:pt x="1664600" y="0"/>
                </a:lnTo>
                <a:lnTo>
                  <a:pt x="1664600" y="889729"/>
                </a:lnTo>
                <a:lnTo>
                  <a:pt x="0" y="889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4"/>
          <p:cNvSpPr/>
          <p:nvPr/>
        </p:nvSpPr>
        <p:spPr>
          <a:xfrm>
            <a:off x="14530060" y="509837"/>
            <a:ext cx="1184708" cy="364763"/>
          </a:xfrm>
          <a:custGeom>
            <a:rect b="b" l="l" r="r" t="t"/>
            <a:pathLst>
              <a:path extrusionOk="0" h="364763" w="1184708">
                <a:moveTo>
                  <a:pt x="0" y="0"/>
                </a:moveTo>
                <a:lnTo>
                  <a:pt x="1184708" y="0"/>
                </a:lnTo>
                <a:lnTo>
                  <a:pt x="1184708" y="364763"/>
                </a:lnTo>
                <a:lnTo>
                  <a:pt x="0" y="36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4"/>
          <p:cNvSpPr/>
          <p:nvPr/>
        </p:nvSpPr>
        <p:spPr>
          <a:xfrm>
            <a:off x="12089865" y="492146"/>
            <a:ext cx="1507114" cy="400119"/>
          </a:xfrm>
          <a:custGeom>
            <a:rect b="b" l="l" r="r" t="t"/>
            <a:pathLst>
              <a:path extrusionOk="0" h="400119" w="1507114">
                <a:moveTo>
                  <a:pt x="0" y="0"/>
                </a:moveTo>
                <a:lnTo>
                  <a:pt x="1507114" y="0"/>
                </a:lnTo>
                <a:lnTo>
                  <a:pt x="1507114" y="400119"/>
                </a:lnTo>
                <a:lnTo>
                  <a:pt x="0" y="40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4"/>
          <p:cNvSpPr txBox="1"/>
          <p:nvPr/>
        </p:nvSpPr>
        <p:spPr>
          <a:xfrm>
            <a:off x="5515825" y="1273250"/>
            <a:ext cx="30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sng">
                <a:solidFill>
                  <a:srgbClr val="F9FD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b="1" sz="3000" u="sng">
              <a:solidFill>
                <a:srgbClr val="F9FD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2437350" y="3063300"/>
            <a:ext cx="150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COLETA</a:t>
            </a:r>
            <a:endParaRPr b="1"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6461450" y="3095700"/>
            <a:ext cx="2558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10379200" y="3095700"/>
            <a:ext cx="202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ANALISE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1873225" y="3911450"/>
            <a:ext cx="2872500" cy="3337500"/>
          </a:xfrm>
          <a:prstGeom prst="wedgeRectCallout">
            <a:avLst>
              <a:gd fmla="val -19228" name="adj1"/>
              <a:gd fmla="val -6004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Coleta e organização de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série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de dados com diferentes resoluções, das quais suas escalas são para minutos e segundos.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6913713" y="4002863"/>
            <a:ext cx="3139500" cy="3413700"/>
          </a:xfrm>
          <a:prstGeom prst="wedgeRoundRectCallout">
            <a:avLst>
              <a:gd fmla="val -38835" name="adj1"/>
              <a:gd fmla="val -6339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Analisar, identificar e classificar os eventos para o contexto de sobreirradiância e sua intensidade.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12038300" y="3637125"/>
            <a:ext cx="4739700" cy="2880300"/>
          </a:xfrm>
          <a:prstGeom prst="wedgeEllipseCallout">
            <a:avLst>
              <a:gd fmla="val -54823" name="adj1"/>
              <a:gd fmla="val -5158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Determinação para o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período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correspondente de padrão sazonal na ocorrência do evento.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-238932" y="9"/>
            <a:ext cx="18765865" cy="18765865"/>
          </a:xfrm>
          <a:custGeom>
            <a:rect b="b" l="l" r="r" t="t"/>
            <a:pathLst>
              <a:path extrusionOk="0" h="18765865" w="18765865">
                <a:moveTo>
                  <a:pt x="0" y="0"/>
                </a:moveTo>
                <a:lnTo>
                  <a:pt x="18765864" y="0"/>
                </a:lnTo>
                <a:lnTo>
                  <a:pt x="18765864" y="18765865"/>
                </a:lnTo>
                <a:lnTo>
                  <a:pt x="0" y="18765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8" name="Google Shape;168;p15"/>
          <p:cNvGrpSpPr/>
          <p:nvPr/>
        </p:nvGrpSpPr>
        <p:grpSpPr>
          <a:xfrm>
            <a:off x="9610447" y="7840821"/>
            <a:ext cx="7723063" cy="7723063"/>
            <a:chOff x="0" y="0"/>
            <a:chExt cx="812800" cy="812800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5"/>
          <p:cNvGrpSpPr/>
          <p:nvPr/>
        </p:nvGrpSpPr>
        <p:grpSpPr>
          <a:xfrm>
            <a:off x="14121623" y="6210791"/>
            <a:ext cx="7723063" cy="7723063"/>
            <a:chOff x="0" y="0"/>
            <a:chExt cx="812800" cy="812800"/>
          </a:xfrm>
        </p:grpSpPr>
        <p:sp>
          <p:nvSpPr>
            <p:cNvPr id="172" name="Google Shape;17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5C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5"/>
          <p:cNvSpPr/>
          <p:nvPr/>
        </p:nvSpPr>
        <p:spPr>
          <a:xfrm rot="-1790023">
            <a:off x="8729938" y="4466597"/>
            <a:ext cx="12785467" cy="7191825"/>
          </a:xfrm>
          <a:custGeom>
            <a:rect b="b" l="l" r="r" t="t"/>
            <a:pathLst>
              <a:path extrusionOk="0" h="7191600" w="12785067">
                <a:moveTo>
                  <a:pt x="0" y="0"/>
                </a:moveTo>
                <a:lnTo>
                  <a:pt x="12785066" y="0"/>
                </a:lnTo>
                <a:lnTo>
                  <a:pt x="12785066" y="7191600"/>
                </a:lnTo>
                <a:lnTo>
                  <a:pt x="0" y="719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5" name="Google Shape;175;p15"/>
          <p:cNvGrpSpPr/>
          <p:nvPr/>
        </p:nvGrpSpPr>
        <p:grpSpPr>
          <a:xfrm>
            <a:off x="-2633235" y="-3871884"/>
            <a:ext cx="6403726" cy="6403726"/>
            <a:chOff x="0" y="0"/>
            <a:chExt cx="812800" cy="812800"/>
          </a:xfrm>
        </p:grpSpPr>
        <p:sp>
          <p:nvSpPr>
            <p:cNvPr id="176" name="Google Shape;17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10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725" lIns="21725" spcFirstLastPara="1" rIns="21725" wrap="square" tIns="21725">
              <a:noAutofit/>
            </a:bodyPr>
            <a:lstStyle/>
            <a:p>
              <a:pPr indent="0" lvl="0" marL="0" marR="0" rtl="0" algn="ctr">
                <a:lnSpc>
                  <a:spcPct val="6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5"/>
          <p:cNvSpPr/>
          <p:nvPr/>
        </p:nvSpPr>
        <p:spPr>
          <a:xfrm>
            <a:off x="16557210" y="297175"/>
            <a:ext cx="1052615" cy="911820"/>
          </a:xfrm>
          <a:custGeom>
            <a:rect b="b" l="l" r="r" t="t"/>
            <a:pathLst>
              <a:path extrusionOk="0" h="911820" w="1052615">
                <a:moveTo>
                  <a:pt x="0" y="0"/>
                </a:moveTo>
                <a:lnTo>
                  <a:pt x="1052615" y="0"/>
                </a:lnTo>
                <a:lnTo>
                  <a:pt x="1052615" y="911820"/>
                </a:lnTo>
                <a:lnTo>
                  <a:pt x="0" y="911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590" l="-14220" r="-13209" t="-48291"/>
            </a:stretch>
          </a:blipFill>
          <a:ln>
            <a:noFill/>
          </a:ln>
        </p:spPr>
      </p:sp>
      <p:sp>
        <p:nvSpPr>
          <p:cNvPr id="179" name="Google Shape;179;p15"/>
          <p:cNvSpPr/>
          <p:nvPr/>
        </p:nvSpPr>
        <p:spPr>
          <a:xfrm rot="-5400000">
            <a:off x="1510939" y="546461"/>
            <a:ext cx="559841" cy="1524320"/>
          </a:xfrm>
          <a:custGeom>
            <a:rect b="b" l="l" r="r" t="t"/>
            <a:pathLst>
              <a:path extrusionOk="0" h="1524320" w="559841">
                <a:moveTo>
                  <a:pt x="0" y="0"/>
                </a:moveTo>
                <a:lnTo>
                  <a:pt x="559842" y="0"/>
                </a:lnTo>
                <a:lnTo>
                  <a:pt x="559842" y="1524320"/>
                </a:lnTo>
                <a:lnTo>
                  <a:pt x="0" y="1524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5"/>
          <p:cNvSpPr/>
          <p:nvPr/>
        </p:nvSpPr>
        <p:spPr>
          <a:xfrm rot="8816765">
            <a:off x="-1563514" y="-796228"/>
            <a:ext cx="6013975" cy="3382860"/>
          </a:xfrm>
          <a:custGeom>
            <a:rect b="b" l="l" r="r" t="t"/>
            <a:pathLst>
              <a:path extrusionOk="0" h="3385517" w="6018698">
                <a:moveTo>
                  <a:pt x="0" y="0"/>
                </a:moveTo>
                <a:lnTo>
                  <a:pt x="6018698" y="0"/>
                </a:lnTo>
                <a:lnTo>
                  <a:pt x="6018698" y="3385518"/>
                </a:lnTo>
                <a:lnTo>
                  <a:pt x="0" y="33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/>
          <p:nvPr/>
        </p:nvSpPr>
        <p:spPr>
          <a:xfrm>
            <a:off x="922000" y="9393312"/>
            <a:ext cx="829550" cy="459363"/>
          </a:xfrm>
          <a:custGeom>
            <a:rect b="b" l="l" r="r" t="t"/>
            <a:pathLst>
              <a:path extrusionOk="0" h="459363" w="829550">
                <a:moveTo>
                  <a:pt x="0" y="0"/>
                </a:moveTo>
                <a:lnTo>
                  <a:pt x="829550" y="0"/>
                </a:lnTo>
                <a:lnTo>
                  <a:pt x="829550" y="459363"/>
                </a:lnTo>
                <a:lnTo>
                  <a:pt x="0" y="459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5"/>
          <p:cNvSpPr/>
          <p:nvPr/>
        </p:nvSpPr>
        <p:spPr>
          <a:xfrm flipH="1">
            <a:off x="1642975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829550" y="0"/>
                </a:moveTo>
                <a:lnTo>
                  <a:pt x="0" y="0"/>
                </a:lnTo>
                <a:lnTo>
                  <a:pt x="0" y="459363"/>
                </a:lnTo>
                <a:lnTo>
                  <a:pt x="829550" y="459363"/>
                </a:lnTo>
                <a:lnTo>
                  <a:pt x="82955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/>
          <p:nvPr/>
        </p:nvSpPr>
        <p:spPr>
          <a:xfrm>
            <a:off x="9643845" y="308216"/>
            <a:ext cx="1664601" cy="889729"/>
          </a:xfrm>
          <a:custGeom>
            <a:rect b="b" l="l" r="r" t="t"/>
            <a:pathLst>
              <a:path extrusionOk="0" h="889729" w="1664601">
                <a:moveTo>
                  <a:pt x="0" y="0"/>
                </a:moveTo>
                <a:lnTo>
                  <a:pt x="1664600" y="0"/>
                </a:lnTo>
                <a:lnTo>
                  <a:pt x="1664600" y="889729"/>
                </a:lnTo>
                <a:lnTo>
                  <a:pt x="0" y="889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5"/>
          <p:cNvSpPr/>
          <p:nvPr/>
        </p:nvSpPr>
        <p:spPr>
          <a:xfrm>
            <a:off x="14530323" y="570712"/>
            <a:ext cx="1184708" cy="364763"/>
          </a:xfrm>
          <a:custGeom>
            <a:rect b="b" l="l" r="r" t="t"/>
            <a:pathLst>
              <a:path extrusionOk="0" h="364763" w="1184708">
                <a:moveTo>
                  <a:pt x="0" y="0"/>
                </a:moveTo>
                <a:lnTo>
                  <a:pt x="1184708" y="0"/>
                </a:lnTo>
                <a:lnTo>
                  <a:pt x="1184708" y="364763"/>
                </a:lnTo>
                <a:lnTo>
                  <a:pt x="0" y="36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5"/>
          <p:cNvSpPr/>
          <p:nvPr/>
        </p:nvSpPr>
        <p:spPr>
          <a:xfrm>
            <a:off x="12089865" y="553021"/>
            <a:ext cx="1507114" cy="400119"/>
          </a:xfrm>
          <a:custGeom>
            <a:rect b="b" l="l" r="r" t="t"/>
            <a:pathLst>
              <a:path extrusionOk="0" h="400119" w="1507114">
                <a:moveTo>
                  <a:pt x="0" y="0"/>
                </a:moveTo>
                <a:lnTo>
                  <a:pt x="1507114" y="0"/>
                </a:lnTo>
                <a:lnTo>
                  <a:pt x="1507114" y="400119"/>
                </a:lnTo>
                <a:lnTo>
                  <a:pt x="0" y="40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5"/>
          <p:cNvSpPr txBox="1"/>
          <p:nvPr/>
        </p:nvSpPr>
        <p:spPr>
          <a:xfrm>
            <a:off x="6461775" y="1209000"/>
            <a:ext cx="475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E MÉTODOS </a:t>
            </a:r>
            <a:endParaRPr b="1" sz="29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12050" y="2518275"/>
            <a:ext cx="9278400" cy="2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8575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a realização da coleta de dados de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irradiação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solar global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(GHI), para uma coleta em segundos, se utilizou o equipamento piranômetro de modelo CMP6 (destinado para pesquisa de rotina de medição de radiação solar global em uma superfície plana), após a coleta, a geração para os dados de minutos é gerado depois de a verificação de lacuna ou duplicações nas medições, sendo arquivados em um datalogger CR3000.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7900" y="5379425"/>
            <a:ext cx="1993050" cy="19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40025" y="5379425"/>
            <a:ext cx="1993050" cy="19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/>
        </p:nvSpPr>
        <p:spPr>
          <a:xfrm>
            <a:off x="775650" y="7372475"/>
            <a:ext cx="1630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Kippzonen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28747" y="5220837"/>
            <a:ext cx="4025853" cy="23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6906425" y="7613650"/>
            <a:ext cx="16308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Campbell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2284700" y="4778375"/>
            <a:ext cx="20727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CMP6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7900725" y="4661025"/>
            <a:ext cx="1881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CR3000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0587675" y="2603975"/>
            <a:ext cx="6885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análise dos dados de sobreirradiância para o projeto o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março de 2022 a fevereiro de 2023.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>
            <a:off x="-238932" y="-281166"/>
            <a:ext cx="18765865" cy="18765865"/>
          </a:xfrm>
          <a:custGeom>
            <a:rect b="b" l="l" r="r" t="t"/>
            <a:pathLst>
              <a:path extrusionOk="0" h="18765865" w="18765865">
                <a:moveTo>
                  <a:pt x="0" y="0"/>
                </a:moveTo>
                <a:lnTo>
                  <a:pt x="18765864" y="0"/>
                </a:lnTo>
                <a:lnTo>
                  <a:pt x="18765864" y="18765865"/>
                </a:lnTo>
                <a:lnTo>
                  <a:pt x="0" y="18765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6"/>
          <p:cNvSpPr txBox="1"/>
          <p:nvPr/>
        </p:nvSpPr>
        <p:spPr>
          <a:xfrm>
            <a:off x="1300017" y="3568356"/>
            <a:ext cx="987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6"/>
          <p:cNvGrpSpPr/>
          <p:nvPr/>
        </p:nvGrpSpPr>
        <p:grpSpPr>
          <a:xfrm>
            <a:off x="9610447" y="7840821"/>
            <a:ext cx="7723063" cy="7723063"/>
            <a:chOff x="0" y="0"/>
            <a:chExt cx="812800" cy="812800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14121623" y="6210791"/>
            <a:ext cx="7723063" cy="7723063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5C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6"/>
          <p:cNvSpPr/>
          <p:nvPr/>
        </p:nvSpPr>
        <p:spPr>
          <a:xfrm rot="-1790023">
            <a:off x="8729938" y="4466597"/>
            <a:ext cx="12785467" cy="7191825"/>
          </a:xfrm>
          <a:custGeom>
            <a:rect b="b" l="l" r="r" t="t"/>
            <a:pathLst>
              <a:path extrusionOk="0" h="7191600" w="12785067">
                <a:moveTo>
                  <a:pt x="0" y="0"/>
                </a:moveTo>
                <a:lnTo>
                  <a:pt x="12785066" y="0"/>
                </a:lnTo>
                <a:lnTo>
                  <a:pt x="12785066" y="7191600"/>
                </a:lnTo>
                <a:lnTo>
                  <a:pt x="0" y="719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9" name="Google Shape;209;p16"/>
          <p:cNvGrpSpPr/>
          <p:nvPr/>
        </p:nvGrpSpPr>
        <p:grpSpPr>
          <a:xfrm>
            <a:off x="-2145560" y="-3490884"/>
            <a:ext cx="6403726" cy="6403726"/>
            <a:chOff x="0" y="0"/>
            <a:chExt cx="812800" cy="81280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10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76200" y="57150"/>
              <a:ext cx="6603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725" lIns="21725" spcFirstLastPara="1" rIns="21725" wrap="square" tIns="21725">
              <a:noAutofit/>
            </a:bodyPr>
            <a:lstStyle/>
            <a:p>
              <a:pPr indent="0" lvl="0" marL="0" marR="0" rtl="0" algn="ctr">
                <a:lnSpc>
                  <a:spcPct val="6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16595660" y="127925"/>
            <a:ext cx="1052615" cy="911820"/>
          </a:xfrm>
          <a:custGeom>
            <a:rect b="b" l="l" r="r" t="t"/>
            <a:pathLst>
              <a:path extrusionOk="0" h="911820" w="1052615">
                <a:moveTo>
                  <a:pt x="0" y="0"/>
                </a:moveTo>
                <a:lnTo>
                  <a:pt x="1052615" y="0"/>
                </a:lnTo>
                <a:lnTo>
                  <a:pt x="1052615" y="911820"/>
                </a:lnTo>
                <a:lnTo>
                  <a:pt x="0" y="911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590" l="-14220" r="-13209" t="-48291"/>
            </a:stretch>
          </a:blipFill>
          <a:ln>
            <a:noFill/>
          </a:ln>
        </p:spPr>
      </p:sp>
      <p:sp>
        <p:nvSpPr>
          <p:cNvPr id="213" name="Google Shape;213;p16"/>
          <p:cNvSpPr/>
          <p:nvPr/>
        </p:nvSpPr>
        <p:spPr>
          <a:xfrm rot="-5400000">
            <a:off x="1510939" y="546461"/>
            <a:ext cx="559841" cy="1524320"/>
          </a:xfrm>
          <a:custGeom>
            <a:rect b="b" l="l" r="r" t="t"/>
            <a:pathLst>
              <a:path extrusionOk="0" h="1524320" w="559841">
                <a:moveTo>
                  <a:pt x="0" y="0"/>
                </a:moveTo>
                <a:lnTo>
                  <a:pt x="559842" y="0"/>
                </a:lnTo>
                <a:lnTo>
                  <a:pt x="559842" y="1524320"/>
                </a:lnTo>
                <a:lnTo>
                  <a:pt x="0" y="1524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6"/>
          <p:cNvSpPr/>
          <p:nvPr/>
        </p:nvSpPr>
        <p:spPr>
          <a:xfrm rot="8816765">
            <a:off x="-1704276" y="-663053"/>
            <a:ext cx="6013975" cy="3382860"/>
          </a:xfrm>
          <a:custGeom>
            <a:rect b="b" l="l" r="r" t="t"/>
            <a:pathLst>
              <a:path extrusionOk="0" h="3385517" w="6018698">
                <a:moveTo>
                  <a:pt x="0" y="0"/>
                </a:moveTo>
                <a:lnTo>
                  <a:pt x="6018698" y="0"/>
                </a:lnTo>
                <a:lnTo>
                  <a:pt x="6018698" y="3385518"/>
                </a:lnTo>
                <a:lnTo>
                  <a:pt x="0" y="33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/>
          <p:nvPr/>
        </p:nvSpPr>
        <p:spPr>
          <a:xfrm>
            <a:off x="102870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0" y="0"/>
                </a:moveTo>
                <a:lnTo>
                  <a:pt x="829550" y="0"/>
                </a:lnTo>
                <a:lnTo>
                  <a:pt x="829550" y="459363"/>
                </a:lnTo>
                <a:lnTo>
                  <a:pt x="0" y="459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6"/>
          <p:cNvSpPr/>
          <p:nvPr/>
        </p:nvSpPr>
        <p:spPr>
          <a:xfrm flipH="1">
            <a:off x="16429750" y="8798937"/>
            <a:ext cx="829550" cy="459363"/>
          </a:xfrm>
          <a:custGeom>
            <a:rect b="b" l="l" r="r" t="t"/>
            <a:pathLst>
              <a:path extrusionOk="0" h="459363" w="829550">
                <a:moveTo>
                  <a:pt x="829550" y="0"/>
                </a:moveTo>
                <a:lnTo>
                  <a:pt x="0" y="0"/>
                </a:lnTo>
                <a:lnTo>
                  <a:pt x="0" y="459363"/>
                </a:lnTo>
                <a:lnTo>
                  <a:pt x="829550" y="459363"/>
                </a:lnTo>
                <a:lnTo>
                  <a:pt x="82955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/>
          <p:nvPr/>
        </p:nvSpPr>
        <p:spPr>
          <a:xfrm>
            <a:off x="9807270" y="138966"/>
            <a:ext cx="1664601" cy="889729"/>
          </a:xfrm>
          <a:custGeom>
            <a:rect b="b" l="l" r="r" t="t"/>
            <a:pathLst>
              <a:path extrusionOk="0" h="889729" w="1664601">
                <a:moveTo>
                  <a:pt x="0" y="0"/>
                </a:moveTo>
                <a:lnTo>
                  <a:pt x="1664600" y="0"/>
                </a:lnTo>
                <a:lnTo>
                  <a:pt x="1664600" y="889729"/>
                </a:lnTo>
                <a:lnTo>
                  <a:pt x="0" y="889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>
            <a:off x="14549960" y="401462"/>
            <a:ext cx="1184708" cy="364763"/>
          </a:xfrm>
          <a:custGeom>
            <a:rect b="b" l="l" r="r" t="t"/>
            <a:pathLst>
              <a:path extrusionOk="0" h="364763" w="1184708">
                <a:moveTo>
                  <a:pt x="0" y="0"/>
                </a:moveTo>
                <a:lnTo>
                  <a:pt x="1184708" y="0"/>
                </a:lnTo>
                <a:lnTo>
                  <a:pt x="1184708" y="364763"/>
                </a:lnTo>
                <a:lnTo>
                  <a:pt x="0" y="36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/>
          <p:nvPr/>
        </p:nvSpPr>
        <p:spPr>
          <a:xfrm>
            <a:off x="12181865" y="383771"/>
            <a:ext cx="1507114" cy="400119"/>
          </a:xfrm>
          <a:custGeom>
            <a:rect b="b" l="l" r="r" t="t"/>
            <a:pathLst>
              <a:path extrusionOk="0" h="400119" w="1507114">
                <a:moveTo>
                  <a:pt x="0" y="0"/>
                </a:moveTo>
                <a:lnTo>
                  <a:pt x="1507114" y="0"/>
                </a:lnTo>
                <a:lnTo>
                  <a:pt x="1507114" y="400119"/>
                </a:lnTo>
                <a:lnTo>
                  <a:pt x="0" y="40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0" name="Google Shape;220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08125" y="1588550"/>
            <a:ext cx="15871752" cy="77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 txBox="1"/>
          <p:nvPr/>
        </p:nvSpPr>
        <p:spPr>
          <a:xfrm>
            <a:off x="1476975" y="9258300"/>
            <a:ext cx="4953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EMPARN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-238932" y="-235441"/>
            <a:ext cx="18765865" cy="18765865"/>
          </a:xfrm>
          <a:custGeom>
            <a:rect b="b" l="l" r="r" t="t"/>
            <a:pathLst>
              <a:path extrusionOk="0" h="18765865" w="18765865">
                <a:moveTo>
                  <a:pt x="0" y="0"/>
                </a:moveTo>
                <a:lnTo>
                  <a:pt x="18765864" y="0"/>
                </a:lnTo>
                <a:lnTo>
                  <a:pt x="18765864" y="18765865"/>
                </a:lnTo>
                <a:lnTo>
                  <a:pt x="0" y="18765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7" name="Google Shape;227;p17"/>
          <p:cNvGrpSpPr/>
          <p:nvPr/>
        </p:nvGrpSpPr>
        <p:grpSpPr>
          <a:xfrm>
            <a:off x="13137334" y="7566546"/>
            <a:ext cx="7723063" cy="7723063"/>
            <a:chOff x="0" y="0"/>
            <a:chExt cx="812800" cy="812800"/>
          </a:xfrm>
        </p:grpSpPr>
        <p:sp>
          <p:nvSpPr>
            <p:cNvPr id="228" name="Google Shape;22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7"/>
          <p:cNvGrpSpPr/>
          <p:nvPr/>
        </p:nvGrpSpPr>
        <p:grpSpPr>
          <a:xfrm>
            <a:off x="16407623" y="6195566"/>
            <a:ext cx="7723063" cy="7723063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5C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225" lIns="11225" spcFirstLastPara="1" rIns="11225" wrap="square" tIns="11225">
              <a:noAutofit/>
            </a:bodyPr>
            <a:lstStyle/>
            <a:p>
              <a:pPr indent="0" lvl="0" marL="0" marR="0" rtl="0" algn="ctr">
                <a:lnSpc>
                  <a:spcPct val="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7"/>
          <p:cNvGrpSpPr/>
          <p:nvPr/>
        </p:nvGrpSpPr>
        <p:grpSpPr>
          <a:xfrm>
            <a:off x="-3395235" y="-4755784"/>
            <a:ext cx="6403726" cy="6403726"/>
            <a:chOff x="0" y="0"/>
            <a:chExt cx="812800" cy="812800"/>
          </a:xfrm>
        </p:grpSpPr>
        <p:sp>
          <p:nvSpPr>
            <p:cNvPr id="234" name="Google Shape;23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10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725" lIns="21725" spcFirstLastPara="1" rIns="21725" wrap="square" tIns="21725">
              <a:noAutofit/>
            </a:bodyPr>
            <a:lstStyle/>
            <a:p>
              <a:pPr indent="0" lvl="0" marL="0" marR="0" rtl="0" algn="ctr">
                <a:lnSpc>
                  <a:spcPct val="6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7"/>
          <p:cNvSpPr/>
          <p:nvPr/>
        </p:nvSpPr>
        <p:spPr>
          <a:xfrm>
            <a:off x="16472560" y="-11050"/>
            <a:ext cx="1052615" cy="911820"/>
          </a:xfrm>
          <a:custGeom>
            <a:rect b="b" l="l" r="r" t="t"/>
            <a:pathLst>
              <a:path extrusionOk="0" h="911820" w="1052615">
                <a:moveTo>
                  <a:pt x="0" y="0"/>
                </a:moveTo>
                <a:lnTo>
                  <a:pt x="1052615" y="0"/>
                </a:lnTo>
                <a:lnTo>
                  <a:pt x="1052615" y="911820"/>
                </a:lnTo>
                <a:lnTo>
                  <a:pt x="0" y="911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5586" l="-14223" r="-13203" t="-48292"/>
            </a:stretch>
          </a:blipFill>
          <a:ln>
            <a:noFill/>
          </a:ln>
        </p:spPr>
      </p:sp>
      <p:sp>
        <p:nvSpPr>
          <p:cNvPr id="237" name="Google Shape;237;p17"/>
          <p:cNvSpPr/>
          <p:nvPr/>
        </p:nvSpPr>
        <p:spPr>
          <a:xfrm rot="-5400000">
            <a:off x="764189" y="-128064"/>
            <a:ext cx="559841" cy="1524320"/>
          </a:xfrm>
          <a:custGeom>
            <a:rect b="b" l="l" r="r" t="t"/>
            <a:pathLst>
              <a:path extrusionOk="0" h="1524320" w="559841">
                <a:moveTo>
                  <a:pt x="0" y="0"/>
                </a:moveTo>
                <a:lnTo>
                  <a:pt x="559842" y="0"/>
                </a:lnTo>
                <a:lnTo>
                  <a:pt x="559842" y="1524320"/>
                </a:lnTo>
                <a:lnTo>
                  <a:pt x="0" y="1524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7"/>
          <p:cNvSpPr/>
          <p:nvPr/>
        </p:nvSpPr>
        <p:spPr>
          <a:xfrm rot="8816765">
            <a:off x="-1392839" y="-626290"/>
            <a:ext cx="6013975" cy="3382860"/>
          </a:xfrm>
          <a:custGeom>
            <a:rect b="b" l="l" r="r" t="t"/>
            <a:pathLst>
              <a:path extrusionOk="0" h="3385517" w="6018698">
                <a:moveTo>
                  <a:pt x="0" y="0"/>
                </a:moveTo>
                <a:lnTo>
                  <a:pt x="6018698" y="0"/>
                </a:lnTo>
                <a:lnTo>
                  <a:pt x="6018698" y="3385518"/>
                </a:lnTo>
                <a:lnTo>
                  <a:pt x="0" y="33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7"/>
          <p:cNvSpPr/>
          <p:nvPr/>
        </p:nvSpPr>
        <p:spPr>
          <a:xfrm flipH="1">
            <a:off x="16963150" y="9211375"/>
            <a:ext cx="829550" cy="459363"/>
          </a:xfrm>
          <a:custGeom>
            <a:rect b="b" l="l" r="r" t="t"/>
            <a:pathLst>
              <a:path extrusionOk="0" h="459363" w="829550">
                <a:moveTo>
                  <a:pt x="829550" y="0"/>
                </a:moveTo>
                <a:lnTo>
                  <a:pt x="0" y="0"/>
                </a:lnTo>
                <a:lnTo>
                  <a:pt x="0" y="459363"/>
                </a:lnTo>
                <a:lnTo>
                  <a:pt x="829550" y="459363"/>
                </a:lnTo>
                <a:lnTo>
                  <a:pt x="82955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7"/>
          <p:cNvSpPr/>
          <p:nvPr/>
        </p:nvSpPr>
        <p:spPr>
          <a:xfrm>
            <a:off x="9776770" y="-9"/>
            <a:ext cx="1664601" cy="889729"/>
          </a:xfrm>
          <a:custGeom>
            <a:rect b="b" l="l" r="r" t="t"/>
            <a:pathLst>
              <a:path extrusionOk="0" h="889729" w="1664601">
                <a:moveTo>
                  <a:pt x="0" y="0"/>
                </a:moveTo>
                <a:lnTo>
                  <a:pt x="1664600" y="0"/>
                </a:lnTo>
                <a:lnTo>
                  <a:pt x="1664600" y="889729"/>
                </a:lnTo>
                <a:lnTo>
                  <a:pt x="0" y="889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7"/>
          <p:cNvSpPr/>
          <p:nvPr/>
        </p:nvSpPr>
        <p:spPr>
          <a:xfrm>
            <a:off x="14454285" y="262487"/>
            <a:ext cx="1184708" cy="364763"/>
          </a:xfrm>
          <a:custGeom>
            <a:rect b="b" l="l" r="r" t="t"/>
            <a:pathLst>
              <a:path extrusionOk="0" h="364763" w="1184708">
                <a:moveTo>
                  <a:pt x="0" y="0"/>
                </a:moveTo>
                <a:lnTo>
                  <a:pt x="1184708" y="0"/>
                </a:lnTo>
                <a:lnTo>
                  <a:pt x="1184708" y="364763"/>
                </a:lnTo>
                <a:lnTo>
                  <a:pt x="0" y="36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7"/>
          <p:cNvSpPr/>
          <p:nvPr/>
        </p:nvSpPr>
        <p:spPr>
          <a:xfrm>
            <a:off x="11983190" y="244796"/>
            <a:ext cx="1507114" cy="400119"/>
          </a:xfrm>
          <a:custGeom>
            <a:rect b="b" l="l" r="r" t="t"/>
            <a:pathLst>
              <a:path extrusionOk="0" h="400119" w="1507114">
                <a:moveTo>
                  <a:pt x="0" y="0"/>
                </a:moveTo>
                <a:lnTo>
                  <a:pt x="1507114" y="0"/>
                </a:lnTo>
                <a:lnTo>
                  <a:pt x="1507114" y="400119"/>
                </a:lnTo>
                <a:lnTo>
                  <a:pt x="0" y="40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7"/>
          <p:cNvSpPr txBox="1"/>
          <p:nvPr/>
        </p:nvSpPr>
        <p:spPr>
          <a:xfrm>
            <a:off x="3305800" y="354175"/>
            <a:ext cx="45567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36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70225" y="1757138"/>
            <a:ext cx="12471376" cy="72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5670225" y="9639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Fonte: Costa, 2024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5670225" y="8985213"/>
            <a:ext cx="86541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5 - Frequência temporal dos eventos de sobreirradiância mensal (GHI ≥ 1000 W/m2) dos municípios estudados, na resolução por minuto: (a), (b) e (c); na resolução de segundo: (d), (e) e (f).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77200" y="1538375"/>
            <a:ext cx="5471100" cy="8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mês de maior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frequência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eventos para a cidade de Lajes é o mês de agosto com 86%, para Pau dos Ferros o mês de fevereiro com 100% e para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Mossoró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os meses que se destacaram foram agosto, setembro e dezembro (todos eles com 100%),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relacionado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duração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um minuto.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eventos de 5 minutos ou mais para as três cidades, suas maiores quantidades foram para os meses de março e agosto em Lajes, em Pau dos Ferros junho, julho e novembro e novembro e janeiro em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Mossoró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segundos, o mês com maior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destaque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Lajes foi abril, com 95%, Pau dos Ferros o mês de fevereiro e os meses de agosto, setembro, outubro e novembro para 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Mossoró, com todos em 89%.</a:t>
            </a: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Meses com maiores durações para minutos para Lajes junho, julho e novembro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43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