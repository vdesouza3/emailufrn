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89" r:id="rId2"/>
    <p:sldId id="288" r:id="rId3"/>
    <p:sldId id="29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789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05FF9-782C-4EED-9B2A-638B47A6A1CE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FB568-89B0-468D-83F4-26C17679192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F842B50-DC4C-440D-AF6C-D8C2526D052D}" type="slidenum">
              <a:rPr lang="pt-BR"/>
              <a:pPr>
                <a:defRPr/>
              </a:pPr>
              <a:t>2</a:t>
            </a:fld>
            <a:endParaRPr lang="pt-BR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724614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ECFFD-788E-D6DB-DC2A-85A4DE3C7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EF5793-C896-5C0C-3DC0-5C98490BA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45B1BF-D37C-8889-B755-08B48FA5B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4854-3440-4E6E-BAD2-F57D0794A01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028284-073C-BDAE-8BF9-D3DEA7FF2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9FFC09-424A-B114-B01F-C3EA5FDB1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00C0-C265-4D2D-B634-AC72CA34AF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75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824FA-1A60-875F-17F2-9F25CE535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ECFA94-E98D-2D70-59DD-CA67E0A39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5FDDCD-CBD6-00CE-6BFF-EE634570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4854-3440-4E6E-BAD2-F57D0794A01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5A46A5-B932-C371-3D9A-DB189ED9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8B50A8-3676-4DBF-F1D7-33EA924A3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00C0-C265-4D2D-B634-AC72CA34AF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17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4C7DB2-7F34-35C0-5AEB-EA2C9F9C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0C5C85-44D9-E3E7-E18A-9724B07CB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025194-EE3E-46D8-2224-A78BDE750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4854-3440-4E6E-BAD2-F57D0794A01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F9B3A1-81A9-8E9F-0931-CC114ED55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208104-405A-DA93-6606-848E9C22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00C0-C265-4D2D-B634-AC72CA34AF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9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DE16B-6B81-B132-0DAC-5F206C97F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191640-BF50-1632-2D74-4220F0CDE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EF2E77-0295-B109-3E17-793913772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B7276A-480F-51B1-173F-5BC692F3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4854-3440-4E6E-BAD2-F57D0794A01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34DD8F-0C94-5862-DB15-795868220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AFCA79-74F6-7110-B466-A574C5FEE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00C0-C265-4D2D-B634-AC72CA34AF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78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77B21-840F-8FB9-8372-FEB2406D5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9E21C3-FFA1-7684-F968-E704F1386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45285B-C8DF-49CC-B4EF-721CD10B7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6620624-D1B0-86D1-3732-E672CB0DF0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229522-50A8-4847-AF29-92CB88BAA8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422A18B-90A3-6892-DA9A-74D4F40F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4854-3440-4E6E-BAD2-F57D0794A01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A4B08F-71FA-65AA-AB0E-2A5FF9E8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A6D67B1-39A9-65D4-BF26-6B5FE5FB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00C0-C265-4D2D-B634-AC72CA34AF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40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3DE95-BF0F-6403-371A-CB1FBDB59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972C90-EEC2-EDA0-C6AD-49D46139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4854-3440-4E6E-BAD2-F57D0794A01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E0093D-C0F0-5676-0A1A-8C1C1556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9889F2A-1F71-E494-3C19-FA482A479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00C0-C265-4D2D-B634-AC72CA34AF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94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7F90D0F-D783-26D7-56F5-5573DA59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4854-3440-4E6E-BAD2-F57D0794A01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986DA40-445E-EF75-5BC3-F16E8007D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5FFDE4-EBCE-DBEC-817D-77DA00C2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00C0-C265-4D2D-B634-AC72CA34AF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26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83DCF-204B-9A79-34B6-76C38132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6325CF-3647-6BF4-B2BB-48B3A8A06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FCD292-3714-AA17-F55E-328D8ED2FC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B10552-B752-E130-6313-7FCDF0972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4854-3440-4E6E-BAD2-F57D0794A01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684712-93DA-1D61-FB4B-73AF2B2E1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EAA2B7-446A-D43B-7D0E-E47DF3BD3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00C0-C265-4D2D-B634-AC72CA34AF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1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F6F32-2408-DB51-E146-C4FE607B0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88815BC-5B6C-A9B1-F5AA-5D89E3482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B1B2D1-0F3E-3496-C939-BF1E35F26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C6BBF4D-F32C-B315-7F07-9FA021DB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4854-3440-4E6E-BAD2-F57D0794A01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693B41-12E1-3652-CEB1-5064EDC24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2596A5-CE4E-B7F6-08E8-06C63453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00C0-C265-4D2D-B634-AC72CA34AF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099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838F5-B3DF-D22D-1DB3-C9DB539B4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77FA00-BAED-60B4-6062-58E4B8839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CCF65B-E70D-3A30-981B-AE97496D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4854-3440-4E6E-BAD2-F57D0794A01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9D2DD5-D507-41EE-28B8-91DF0A7B4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4621D3-2C0F-ADC4-E6D3-74A5E5C0F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00C0-C265-4D2D-B634-AC72CA34AF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583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659D47-5659-4A73-88E4-78D3D62135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41E839-059E-CE51-C342-76E3C7F3D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6CE995-3AA2-08B8-BC95-E1DBAAAC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4854-3440-4E6E-BAD2-F57D0794A01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944273-0006-9C54-7DB9-9B27A10B6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ADA6B3-F83C-42C1-909D-296BF6101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00C0-C265-4D2D-B634-AC72CA34AF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87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D0E9971-C556-E4F7-0DF1-152FA3B5B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2A266C-84F2-A697-4FB2-128C2BC79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79AF13-CF1D-B7C8-AB4A-3CCECAC2A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A4854-3440-4E6E-BAD2-F57D0794A014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F46E4F-7332-208B-E63F-85A8C0D7E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2A241-58C9-9772-CDA1-13E81C169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400C0-C265-4D2D-B634-AC72CA34AFE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9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8A9EB3-B84E-4BF2-8527-82009184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2.3: Química da Troposfera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BFEAD1-16C6-4C3A-BBFF-7BABFA39A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Atividade de grupo: Estudem as figuras a seguir e depois responda às perguntas a – c no slide 3. A atividade 2.3 tem a pontuação de 1 ponto de nota da unidade II. Entrega até o dia 29/05.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321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pt-BR" sz="3200" dirty="0">
                <a:solidFill>
                  <a:schemeClr val="accent6"/>
                </a:solidFill>
              </a:rPr>
              <a:t>Smog fotoquímico</a:t>
            </a:r>
            <a:br>
              <a:rPr lang="pt-BR" sz="3200" dirty="0">
                <a:solidFill>
                  <a:schemeClr val="accent6"/>
                </a:solidFill>
              </a:rPr>
            </a:br>
            <a:r>
              <a:rPr lang="pt-BR" sz="3600" dirty="0">
                <a:solidFill>
                  <a:schemeClr val="accent6"/>
                </a:solidFill>
              </a:rPr>
              <a:t>Influência do transporte</a:t>
            </a:r>
            <a:endParaRPr lang="pt-BR" sz="3600" baseline="-25000" dirty="0">
              <a:solidFill>
                <a:schemeClr val="accent6"/>
              </a:solidFill>
            </a:endParaRPr>
          </a:p>
        </p:txBody>
      </p:sp>
      <p:sp>
        <p:nvSpPr>
          <p:cNvPr id="22532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10236200" y="6570664"/>
            <a:ext cx="431800" cy="287337"/>
          </a:xfrm>
        </p:spPr>
        <p:txBody>
          <a:bodyPr/>
          <a:lstStyle/>
          <a:p>
            <a:pPr>
              <a:defRPr/>
            </a:pPr>
            <a:fld id="{B9BB2495-C123-4059-A278-576B909EC878}" type="slidenum">
              <a:rPr lang="pt-BR" smtClean="0">
                <a:solidFill>
                  <a:schemeClr val="bg2"/>
                </a:solidFill>
              </a:rPr>
              <a:pPr>
                <a:defRPr/>
              </a:pPr>
              <a:t>2</a:t>
            </a:fld>
            <a:endParaRPr lang="pt-BR">
              <a:solidFill>
                <a:schemeClr val="bg2"/>
              </a:solidFill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8333579" y="6325871"/>
            <a:ext cx="3446463" cy="3381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pt-B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Imagens de Jacobson, 1999 e 2002</a:t>
            </a:r>
          </a:p>
        </p:txBody>
      </p:sp>
      <p:pic>
        <p:nvPicPr>
          <p:cNvPr id="3994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339" y="1484314"/>
            <a:ext cx="8315325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2135189" y="4941888"/>
            <a:ext cx="8281987" cy="14773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dirty="0"/>
              <a:t>A megacidade de Los Angeles está localizada na região oeste da bacia de Los Angeles, enquanto a cidade pequena de San Bernardino encontra-se ao leste e mais afastada da costa. A brisa marinha transporta ar do Pacífico sobre Los Angeles e, em seguida, sobre San Bernardino. Os gráficos mostram concentrações de NO, NO2 e O3 para o mesmo dia sobre L.A. (painel esquerdo) e sobre S. B. (painel direito).</a:t>
            </a:r>
          </a:p>
        </p:txBody>
      </p:sp>
    </p:spTree>
    <p:extLst>
      <p:ext uri="{BB962C8B-B14F-4D97-AF65-F5344CB8AC3E}">
        <p14:creationId xmlns:p14="http://schemas.microsoft.com/office/powerpoint/2010/main" val="4209664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8A9EB3-B84E-4BF2-8527-82009184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 (2.3): Química da Troposfera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BFEAD1-16C6-4C3A-BBFF-7BABFA39A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a.) Dada a explicação no slide anterior, descreva como se comparam as curvas individuais dos poluentes de cada cidade?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b.) Explique, por que a concentração de ozônio em São Bernardino está mais alta, apesar de a cidade ser muito menor do que L.A., com menos fontes de emissão</a:t>
            </a:r>
            <a:r>
              <a:rPr lang="pt-BR"/>
              <a:t>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c.) Contextualize e explique o comportamento do ozônio em San </a:t>
            </a:r>
            <a:r>
              <a:rPr lang="pt-BR" dirty="0" err="1"/>
              <a:t>Bernadino</a:t>
            </a:r>
            <a:r>
              <a:rPr lang="pt-BR" dirty="0"/>
              <a:t>, em relação ao do NO e do NO2 no mesmo local.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26045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237</Words>
  <Application>Microsoft Office PowerPoint</Application>
  <PresentationFormat>Widescreen</PresentationFormat>
  <Paragraphs>13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Atividade 2.3: Química da Troposfera</vt:lpstr>
      <vt:lpstr>Smog fotoquímico Influência do transporte</vt:lpstr>
      <vt:lpstr>Tarefa (2.3): Química da Troposfera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2.3: Química da Troposfera</dc:title>
  <dc:creator>Judith Hoelzemann</dc:creator>
  <cp:lastModifiedBy>Judith Hoelzemann</cp:lastModifiedBy>
  <cp:revision>1</cp:revision>
  <dcterms:created xsi:type="dcterms:W3CDTF">2023-05-23T14:31:54Z</dcterms:created>
  <dcterms:modified xsi:type="dcterms:W3CDTF">2023-05-23T14:35:57Z</dcterms:modified>
</cp:coreProperties>
</file>