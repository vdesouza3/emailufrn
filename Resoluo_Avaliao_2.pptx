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e Título Vertical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2345" y="120328"/>
            <a:ext cx="7306695" cy="40867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1892" y="129095"/>
            <a:ext cx="7240010" cy="6668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7220958" cy="39057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7220958" cy="39057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7230484" cy="4467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