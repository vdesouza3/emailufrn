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Archivo Black"/>
      <p:regular r:id="rId19"/>
    </p:embeddedFont>
    <p:embeddedFont>
      <p:font typeface="Archiv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E0F995E-4281-4136-B5E2-91FB69B06F13}">
  <a:tblStyle styleId="{5E0F995E-4281-4136-B5E2-91FB69B06F1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chivo-regular.fntdata"/><Relationship Id="rId11" Type="http://schemas.openxmlformats.org/officeDocument/2006/relationships/slide" Target="slides/slide5.xml"/><Relationship Id="rId22" Type="http://schemas.openxmlformats.org/officeDocument/2006/relationships/font" Target="fonts/Archivo-italic.fntdata"/><Relationship Id="rId10" Type="http://schemas.openxmlformats.org/officeDocument/2006/relationships/slide" Target="slides/slide4.xml"/><Relationship Id="rId21" Type="http://schemas.openxmlformats.org/officeDocument/2006/relationships/font" Target="fonts/Archiv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Archiv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ArchivoBlack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164194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37836" y="2613544"/>
            <a:ext cx="5487814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DB"/>
              </a:buClr>
              <a:buSzPts val="2100"/>
              <a:buNone/>
              <a:defRPr sz="2400">
                <a:solidFill>
                  <a:srgbClr val="0095D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DB"/>
              </a:buClr>
              <a:buSzPts val="2100"/>
              <a:buNone/>
              <a:defRPr sz="2100">
                <a:solidFill>
                  <a:srgbClr val="0095DB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DB"/>
              </a:buClr>
              <a:buSzPts val="2100"/>
              <a:buNone/>
              <a:defRPr sz="2100">
                <a:solidFill>
                  <a:srgbClr val="0095DB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DB"/>
              </a:buClr>
              <a:buSzPts val="2100"/>
              <a:buNone/>
              <a:defRPr sz="2100">
                <a:solidFill>
                  <a:srgbClr val="0095DB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DB"/>
              </a:buClr>
              <a:buSzPts val="2100"/>
              <a:buNone/>
              <a:defRPr sz="2100">
                <a:solidFill>
                  <a:srgbClr val="0095DB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DB"/>
              </a:buClr>
              <a:buSzPts val="2100"/>
              <a:buNone/>
              <a:defRPr sz="2100">
                <a:solidFill>
                  <a:srgbClr val="0095DB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DB"/>
              </a:buClr>
              <a:buSzPts val="2100"/>
              <a:buNone/>
              <a:defRPr sz="2100">
                <a:solidFill>
                  <a:srgbClr val="0095DB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DB"/>
              </a:buClr>
              <a:buSzPts val="2100"/>
              <a:buNone/>
              <a:defRPr sz="2100">
                <a:solidFill>
                  <a:srgbClr val="0095DB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DB"/>
              </a:buClr>
              <a:buSzPts val="2100"/>
              <a:buNone/>
              <a:defRPr sz="2100">
                <a:solidFill>
                  <a:srgbClr val="0095DB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137886" y="1980919"/>
            <a:ext cx="5487814" cy="66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chivo"/>
              <a:buNone/>
              <a:defRPr b="1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137786" y="3467494"/>
            <a:ext cx="5487814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4" name="Google Shape;14;p2"/>
          <p:cNvSpPr/>
          <p:nvPr/>
        </p:nvSpPr>
        <p:spPr>
          <a:xfrm>
            <a:off x="4454820" y="2417862"/>
            <a:ext cx="2343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2686725" y="1932400"/>
            <a:ext cx="246600" cy="745200"/>
          </a:xfrm>
          <a:prstGeom prst="parallelogram">
            <a:avLst>
              <a:gd fmla="val 41392" name="adj"/>
            </a:avLst>
          </a:prstGeom>
          <a:solidFill>
            <a:srgbClr val="00A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6400" y="2025550"/>
            <a:ext cx="1339145" cy="55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A0E3"/>
              </a:buClr>
              <a:buSzPts val="2000"/>
              <a:buChar char="●"/>
              <a:defRPr>
                <a:solidFill>
                  <a:srgbClr val="01397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13979"/>
              </a:buClr>
              <a:buSzPts val="1400"/>
              <a:buChar char="○"/>
              <a:defRPr>
                <a:solidFill>
                  <a:srgbClr val="013979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A0E3"/>
              </a:buClr>
              <a:buSzPts val="1400"/>
              <a:buChar char="■"/>
              <a:defRPr>
                <a:solidFill>
                  <a:srgbClr val="013979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A0E3"/>
              </a:buClr>
              <a:buSzPts val="1400"/>
              <a:buChar char="●"/>
              <a:defRPr>
                <a:solidFill>
                  <a:srgbClr val="013979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13979"/>
              </a:buClr>
              <a:buSzPts val="1400"/>
              <a:buChar char="○"/>
              <a:defRPr>
                <a:solidFill>
                  <a:srgbClr val="013979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A0E3"/>
              </a:buClr>
              <a:buSzPts val="1400"/>
              <a:buChar char="■"/>
              <a:defRPr>
                <a:solidFill>
                  <a:srgbClr val="013979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A0E3"/>
              </a:buClr>
              <a:buSzPts val="1400"/>
              <a:buChar char="●"/>
              <a:defRPr>
                <a:solidFill>
                  <a:srgbClr val="013979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13979"/>
              </a:buClr>
              <a:buSzPts val="1400"/>
              <a:buChar char="○"/>
              <a:defRPr>
                <a:solidFill>
                  <a:srgbClr val="013979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A0E3"/>
              </a:buClr>
              <a:buSzPts val="1400"/>
              <a:buChar char="■"/>
              <a:defRPr>
                <a:solidFill>
                  <a:srgbClr val="013979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-50" y="0"/>
            <a:ext cx="9144000" cy="227100"/>
          </a:xfrm>
          <a:prstGeom prst="rect">
            <a:avLst/>
          </a:prstGeom>
          <a:solidFill>
            <a:srgbClr val="009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0" y="0"/>
            <a:ext cx="9144000" cy="102300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0" y="95855"/>
            <a:ext cx="3293570" cy="227107"/>
          </a:xfrm>
          <a:custGeom>
            <a:rect b="b" l="l" r="r" t="t"/>
            <a:pathLst>
              <a:path extrusionOk="0" h="12891" w="116535">
                <a:moveTo>
                  <a:pt x="116535" y="0"/>
                </a:moveTo>
                <a:lnTo>
                  <a:pt x="0" y="0"/>
                </a:lnTo>
                <a:lnTo>
                  <a:pt x="0" y="12891"/>
                </a:lnTo>
                <a:lnTo>
                  <a:pt x="109058" y="12891"/>
                </a:lnTo>
                <a:close/>
              </a:path>
            </a:pathLst>
          </a:custGeom>
          <a:solidFill>
            <a:srgbClr val="164194"/>
          </a:solidFill>
          <a:ln>
            <a:noFill/>
          </a:ln>
        </p:spPr>
      </p:sp>
      <p:sp>
        <p:nvSpPr>
          <p:cNvPr id="24" name="Google Shape;24;p3"/>
          <p:cNvSpPr/>
          <p:nvPr/>
        </p:nvSpPr>
        <p:spPr>
          <a:xfrm>
            <a:off x="-50" y="266388"/>
            <a:ext cx="1552675" cy="100625"/>
          </a:xfrm>
          <a:custGeom>
            <a:rect b="b" l="l" r="r" t="t"/>
            <a:pathLst>
              <a:path extrusionOk="0" h="4025" w="62107">
                <a:moveTo>
                  <a:pt x="62107" y="0"/>
                </a:moveTo>
                <a:lnTo>
                  <a:pt x="0" y="257"/>
                </a:lnTo>
                <a:lnTo>
                  <a:pt x="0" y="4025"/>
                </a:lnTo>
                <a:lnTo>
                  <a:pt x="58219" y="4025"/>
                </a:lnTo>
                <a:close/>
              </a:path>
            </a:pathLst>
          </a:custGeom>
          <a:solidFill>
            <a:srgbClr val="0095DB"/>
          </a:solid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b="1" sz="36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-50" y="0"/>
            <a:ext cx="9144000" cy="227100"/>
          </a:xfrm>
          <a:prstGeom prst="rect">
            <a:avLst/>
          </a:prstGeom>
          <a:solidFill>
            <a:srgbClr val="009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0" y="0"/>
            <a:ext cx="9144000" cy="102300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0" y="95855"/>
            <a:ext cx="3293570" cy="227107"/>
          </a:xfrm>
          <a:custGeom>
            <a:rect b="b" l="l" r="r" t="t"/>
            <a:pathLst>
              <a:path extrusionOk="0" h="12891" w="116535">
                <a:moveTo>
                  <a:pt x="116535" y="0"/>
                </a:moveTo>
                <a:lnTo>
                  <a:pt x="0" y="0"/>
                </a:lnTo>
                <a:lnTo>
                  <a:pt x="0" y="12891"/>
                </a:lnTo>
                <a:lnTo>
                  <a:pt x="109058" y="12891"/>
                </a:lnTo>
                <a:close/>
              </a:path>
            </a:pathLst>
          </a:custGeom>
          <a:solidFill>
            <a:srgbClr val="164194"/>
          </a:solidFill>
          <a:ln>
            <a:noFill/>
          </a:ln>
        </p:spPr>
      </p:sp>
      <p:sp>
        <p:nvSpPr>
          <p:cNvPr id="31" name="Google Shape;31;p4"/>
          <p:cNvSpPr/>
          <p:nvPr/>
        </p:nvSpPr>
        <p:spPr>
          <a:xfrm>
            <a:off x="-50" y="266388"/>
            <a:ext cx="1552675" cy="100625"/>
          </a:xfrm>
          <a:custGeom>
            <a:rect b="b" l="l" r="r" t="t"/>
            <a:pathLst>
              <a:path extrusionOk="0" h="4025" w="62107">
                <a:moveTo>
                  <a:pt x="62107" y="0"/>
                </a:moveTo>
                <a:lnTo>
                  <a:pt x="0" y="257"/>
                </a:lnTo>
                <a:lnTo>
                  <a:pt x="0" y="4025"/>
                </a:lnTo>
                <a:lnTo>
                  <a:pt x="58219" y="4025"/>
                </a:lnTo>
                <a:close/>
              </a:path>
            </a:pathLst>
          </a:custGeom>
          <a:solidFill>
            <a:srgbClr val="0095DB"/>
          </a:solid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-50" y="0"/>
            <a:ext cx="9144000" cy="227100"/>
          </a:xfrm>
          <a:prstGeom prst="rect">
            <a:avLst/>
          </a:prstGeom>
          <a:solidFill>
            <a:srgbClr val="009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50" y="0"/>
            <a:ext cx="9144000" cy="102300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50" y="95855"/>
            <a:ext cx="3293570" cy="227107"/>
          </a:xfrm>
          <a:custGeom>
            <a:rect b="b" l="l" r="r" t="t"/>
            <a:pathLst>
              <a:path extrusionOk="0" h="12891" w="116535">
                <a:moveTo>
                  <a:pt x="116535" y="0"/>
                </a:moveTo>
                <a:lnTo>
                  <a:pt x="0" y="0"/>
                </a:lnTo>
                <a:lnTo>
                  <a:pt x="0" y="12891"/>
                </a:lnTo>
                <a:lnTo>
                  <a:pt x="109058" y="12891"/>
                </a:lnTo>
                <a:close/>
              </a:path>
            </a:pathLst>
          </a:custGeom>
          <a:solidFill>
            <a:srgbClr val="164194"/>
          </a:solidFill>
          <a:ln>
            <a:noFill/>
          </a:ln>
        </p:spPr>
      </p:sp>
      <p:sp>
        <p:nvSpPr>
          <p:cNvPr id="40" name="Google Shape;40;p5"/>
          <p:cNvSpPr/>
          <p:nvPr/>
        </p:nvSpPr>
        <p:spPr>
          <a:xfrm>
            <a:off x="-50" y="266388"/>
            <a:ext cx="1552675" cy="100625"/>
          </a:xfrm>
          <a:custGeom>
            <a:rect b="b" l="l" r="r" t="t"/>
            <a:pathLst>
              <a:path extrusionOk="0" h="4025" w="62107">
                <a:moveTo>
                  <a:pt x="62107" y="0"/>
                </a:moveTo>
                <a:lnTo>
                  <a:pt x="0" y="257"/>
                </a:lnTo>
                <a:lnTo>
                  <a:pt x="0" y="4025"/>
                </a:lnTo>
                <a:lnTo>
                  <a:pt x="58219" y="4025"/>
                </a:lnTo>
                <a:close/>
              </a:path>
            </a:pathLst>
          </a:custGeom>
          <a:solidFill>
            <a:srgbClr val="0095DB"/>
          </a:solid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" name="Google Shape;44;p6"/>
          <p:cNvSpPr/>
          <p:nvPr/>
        </p:nvSpPr>
        <p:spPr>
          <a:xfrm>
            <a:off x="-50" y="0"/>
            <a:ext cx="9144000" cy="227100"/>
          </a:xfrm>
          <a:prstGeom prst="rect">
            <a:avLst/>
          </a:prstGeom>
          <a:solidFill>
            <a:srgbClr val="009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50" y="0"/>
            <a:ext cx="9144000" cy="102300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50" y="95855"/>
            <a:ext cx="3293570" cy="227107"/>
          </a:xfrm>
          <a:custGeom>
            <a:rect b="b" l="l" r="r" t="t"/>
            <a:pathLst>
              <a:path extrusionOk="0" h="12891" w="116535">
                <a:moveTo>
                  <a:pt x="116535" y="0"/>
                </a:moveTo>
                <a:lnTo>
                  <a:pt x="0" y="0"/>
                </a:lnTo>
                <a:lnTo>
                  <a:pt x="0" y="12891"/>
                </a:lnTo>
                <a:lnTo>
                  <a:pt x="109058" y="12891"/>
                </a:lnTo>
                <a:close/>
              </a:path>
            </a:pathLst>
          </a:custGeom>
          <a:solidFill>
            <a:srgbClr val="164194"/>
          </a:solidFill>
          <a:ln>
            <a:noFill/>
          </a:ln>
        </p:spPr>
      </p:sp>
      <p:sp>
        <p:nvSpPr>
          <p:cNvPr id="47" name="Google Shape;47;p6"/>
          <p:cNvSpPr/>
          <p:nvPr/>
        </p:nvSpPr>
        <p:spPr>
          <a:xfrm>
            <a:off x="-50" y="266388"/>
            <a:ext cx="1552675" cy="100625"/>
          </a:xfrm>
          <a:custGeom>
            <a:rect b="b" l="l" r="r" t="t"/>
            <a:pathLst>
              <a:path extrusionOk="0" h="4025" w="62107">
                <a:moveTo>
                  <a:pt x="62107" y="0"/>
                </a:moveTo>
                <a:lnTo>
                  <a:pt x="0" y="257"/>
                </a:lnTo>
                <a:lnTo>
                  <a:pt x="0" y="4025"/>
                </a:lnTo>
                <a:lnTo>
                  <a:pt x="58219" y="4025"/>
                </a:lnTo>
                <a:close/>
              </a:path>
            </a:pathLst>
          </a:custGeom>
          <a:solidFill>
            <a:srgbClr val="0095DB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1" name="Google Shape;51;p7"/>
          <p:cNvSpPr/>
          <p:nvPr/>
        </p:nvSpPr>
        <p:spPr>
          <a:xfrm>
            <a:off x="-50" y="0"/>
            <a:ext cx="9144000" cy="227100"/>
          </a:xfrm>
          <a:prstGeom prst="rect">
            <a:avLst/>
          </a:prstGeom>
          <a:solidFill>
            <a:srgbClr val="009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7"/>
          <p:cNvSpPr/>
          <p:nvPr/>
        </p:nvSpPr>
        <p:spPr>
          <a:xfrm>
            <a:off x="50" y="0"/>
            <a:ext cx="9144000" cy="102300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/>
          <p:nvPr/>
        </p:nvSpPr>
        <p:spPr>
          <a:xfrm>
            <a:off x="50" y="95855"/>
            <a:ext cx="3293570" cy="227107"/>
          </a:xfrm>
          <a:custGeom>
            <a:rect b="b" l="l" r="r" t="t"/>
            <a:pathLst>
              <a:path extrusionOk="0" h="12891" w="116535">
                <a:moveTo>
                  <a:pt x="116535" y="0"/>
                </a:moveTo>
                <a:lnTo>
                  <a:pt x="0" y="0"/>
                </a:lnTo>
                <a:lnTo>
                  <a:pt x="0" y="12891"/>
                </a:lnTo>
                <a:lnTo>
                  <a:pt x="109058" y="12891"/>
                </a:lnTo>
                <a:close/>
              </a:path>
            </a:pathLst>
          </a:custGeom>
          <a:solidFill>
            <a:srgbClr val="164194"/>
          </a:solidFill>
          <a:ln>
            <a:noFill/>
          </a:ln>
        </p:spPr>
      </p:sp>
      <p:sp>
        <p:nvSpPr>
          <p:cNvPr id="54" name="Google Shape;54;p7"/>
          <p:cNvSpPr/>
          <p:nvPr/>
        </p:nvSpPr>
        <p:spPr>
          <a:xfrm>
            <a:off x="-50" y="266388"/>
            <a:ext cx="1552675" cy="100625"/>
          </a:xfrm>
          <a:custGeom>
            <a:rect b="b" l="l" r="r" t="t"/>
            <a:pathLst>
              <a:path extrusionOk="0" h="4025" w="62107">
                <a:moveTo>
                  <a:pt x="62107" y="0"/>
                </a:moveTo>
                <a:lnTo>
                  <a:pt x="0" y="257"/>
                </a:lnTo>
                <a:lnTo>
                  <a:pt x="0" y="4025"/>
                </a:lnTo>
                <a:lnTo>
                  <a:pt x="58219" y="4025"/>
                </a:lnTo>
                <a:close/>
              </a:path>
            </a:pathLst>
          </a:custGeom>
          <a:solidFill>
            <a:srgbClr val="0095DB"/>
          </a:solidFill>
          <a:ln>
            <a:noFill/>
          </a:ln>
        </p:spPr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9" name="Google Shape;59;p8"/>
          <p:cNvSpPr/>
          <p:nvPr/>
        </p:nvSpPr>
        <p:spPr>
          <a:xfrm>
            <a:off x="-50" y="0"/>
            <a:ext cx="9144000" cy="227100"/>
          </a:xfrm>
          <a:prstGeom prst="rect">
            <a:avLst/>
          </a:prstGeom>
          <a:solidFill>
            <a:srgbClr val="009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8"/>
          <p:cNvSpPr/>
          <p:nvPr/>
        </p:nvSpPr>
        <p:spPr>
          <a:xfrm>
            <a:off x="50" y="0"/>
            <a:ext cx="9144000" cy="102300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/>
          <p:nvPr/>
        </p:nvSpPr>
        <p:spPr>
          <a:xfrm>
            <a:off x="50" y="95855"/>
            <a:ext cx="3293570" cy="227107"/>
          </a:xfrm>
          <a:custGeom>
            <a:rect b="b" l="l" r="r" t="t"/>
            <a:pathLst>
              <a:path extrusionOk="0" h="12891" w="116535">
                <a:moveTo>
                  <a:pt x="116535" y="0"/>
                </a:moveTo>
                <a:lnTo>
                  <a:pt x="0" y="0"/>
                </a:lnTo>
                <a:lnTo>
                  <a:pt x="0" y="12891"/>
                </a:lnTo>
                <a:lnTo>
                  <a:pt x="109058" y="12891"/>
                </a:lnTo>
                <a:close/>
              </a:path>
            </a:pathLst>
          </a:custGeom>
          <a:solidFill>
            <a:srgbClr val="164194"/>
          </a:solidFill>
          <a:ln>
            <a:noFill/>
          </a:ln>
        </p:spPr>
      </p:sp>
      <p:sp>
        <p:nvSpPr>
          <p:cNvPr id="62" name="Google Shape;62;p8"/>
          <p:cNvSpPr/>
          <p:nvPr/>
        </p:nvSpPr>
        <p:spPr>
          <a:xfrm>
            <a:off x="-50" y="266388"/>
            <a:ext cx="1552675" cy="100625"/>
          </a:xfrm>
          <a:custGeom>
            <a:rect b="b" l="l" r="r" t="t"/>
            <a:pathLst>
              <a:path extrusionOk="0" h="4025" w="62107">
                <a:moveTo>
                  <a:pt x="62107" y="0"/>
                </a:moveTo>
                <a:lnTo>
                  <a:pt x="0" y="257"/>
                </a:lnTo>
                <a:lnTo>
                  <a:pt x="0" y="4025"/>
                </a:lnTo>
                <a:lnTo>
                  <a:pt x="58219" y="4025"/>
                </a:lnTo>
                <a:close/>
              </a:path>
            </a:pathLst>
          </a:custGeom>
          <a:solidFill>
            <a:srgbClr val="0095DB"/>
          </a:solid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1" sz="42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6" name="Google Shape;66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9" name="Google Shape;69;p9"/>
          <p:cNvSpPr/>
          <p:nvPr/>
        </p:nvSpPr>
        <p:spPr>
          <a:xfrm>
            <a:off x="-50" y="0"/>
            <a:ext cx="9144000" cy="227100"/>
          </a:xfrm>
          <a:prstGeom prst="rect">
            <a:avLst/>
          </a:prstGeom>
          <a:solidFill>
            <a:srgbClr val="009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9"/>
          <p:cNvSpPr/>
          <p:nvPr/>
        </p:nvSpPr>
        <p:spPr>
          <a:xfrm>
            <a:off x="50" y="0"/>
            <a:ext cx="9144000" cy="102300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9"/>
          <p:cNvSpPr/>
          <p:nvPr/>
        </p:nvSpPr>
        <p:spPr>
          <a:xfrm>
            <a:off x="50" y="95855"/>
            <a:ext cx="3293570" cy="227107"/>
          </a:xfrm>
          <a:custGeom>
            <a:rect b="b" l="l" r="r" t="t"/>
            <a:pathLst>
              <a:path extrusionOk="0" h="12891" w="116535">
                <a:moveTo>
                  <a:pt x="116535" y="0"/>
                </a:moveTo>
                <a:lnTo>
                  <a:pt x="0" y="0"/>
                </a:lnTo>
                <a:lnTo>
                  <a:pt x="0" y="12891"/>
                </a:lnTo>
                <a:lnTo>
                  <a:pt x="109058" y="12891"/>
                </a:lnTo>
                <a:close/>
              </a:path>
            </a:pathLst>
          </a:custGeom>
          <a:solidFill>
            <a:srgbClr val="164194"/>
          </a:solidFill>
          <a:ln>
            <a:noFill/>
          </a:ln>
        </p:spPr>
      </p:sp>
      <p:sp>
        <p:nvSpPr>
          <p:cNvPr id="72" name="Google Shape;72;p9"/>
          <p:cNvSpPr/>
          <p:nvPr/>
        </p:nvSpPr>
        <p:spPr>
          <a:xfrm>
            <a:off x="-50" y="266388"/>
            <a:ext cx="1552675" cy="100625"/>
          </a:xfrm>
          <a:custGeom>
            <a:rect b="b" l="l" r="r" t="t"/>
            <a:pathLst>
              <a:path extrusionOk="0" h="4025" w="62107">
                <a:moveTo>
                  <a:pt x="62107" y="0"/>
                </a:moveTo>
                <a:lnTo>
                  <a:pt x="0" y="257"/>
                </a:lnTo>
                <a:lnTo>
                  <a:pt x="0" y="4025"/>
                </a:lnTo>
                <a:lnTo>
                  <a:pt x="58219" y="4025"/>
                </a:lnTo>
                <a:close/>
              </a:path>
            </a:pathLst>
          </a:custGeom>
          <a:solidFill>
            <a:srgbClr val="0095DB"/>
          </a:solidFill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</a:lstStyle>
          <a:p/>
        </p:txBody>
      </p:sp>
      <p:sp>
        <p:nvSpPr>
          <p:cNvPr id="75" name="Google Shape;7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-50" y="0"/>
            <a:ext cx="9144000" cy="227100"/>
          </a:xfrm>
          <a:prstGeom prst="rect">
            <a:avLst/>
          </a:prstGeom>
          <a:solidFill>
            <a:srgbClr val="009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0"/>
          <p:cNvSpPr/>
          <p:nvPr/>
        </p:nvSpPr>
        <p:spPr>
          <a:xfrm>
            <a:off x="50" y="0"/>
            <a:ext cx="9144000" cy="102300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0"/>
          <p:cNvSpPr/>
          <p:nvPr/>
        </p:nvSpPr>
        <p:spPr>
          <a:xfrm>
            <a:off x="50" y="95855"/>
            <a:ext cx="3293570" cy="227107"/>
          </a:xfrm>
          <a:custGeom>
            <a:rect b="b" l="l" r="r" t="t"/>
            <a:pathLst>
              <a:path extrusionOk="0" h="12891" w="116535">
                <a:moveTo>
                  <a:pt x="116535" y="0"/>
                </a:moveTo>
                <a:lnTo>
                  <a:pt x="0" y="0"/>
                </a:lnTo>
                <a:lnTo>
                  <a:pt x="0" y="12891"/>
                </a:lnTo>
                <a:lnTo>
                  <a:pt x="109058" y="12891"/>
                </a:lnTo>
                <a:close/>
              </a:path>
            </a:pathLst>
          </a:custGeom>
          <a:solidFill>
            <a:srgbClr val="164194"/>
          </a:solidFill>
          <a:ln>
            <a:noFill/>
          </a:ln>
        </p:spPr>
      </p:sp>
      <p:sp>
        <p:nvSpPr>
          <p:cNvPr id="79" name="Google Shape;79;p10"/>
          <p:cNvSpPr/>
          <p:nvPr/>
        </p:nvSpPr>
        <p:spPr>
          <a:xfrm>
            <a:off x="-50" y="266388"/>
            <a:ext cx="1552675" cy="100625"/>
          </a:xfrm>
          <a:custGeom>
            <a:rect b="b" l="l" r="r" t="t"/>
            <a:pathLst>
              <a:path extrusionOk="0" h="4025" w="62107">
                <a:moveTo>
                  <a:pt x="62107" y="0"/>
                </a:moveTo>
                <a:lnTo>
                  <a:pt x="0" y="257"/>
                </a:lnTo>
                <a:lnTo>
                  <a:pt x="0" y="4025"/>
                </a:lnTo>
                <a:lnTo>
                  <a:pt x="58219" y="4025"/>
                </a:lnTo>
                <a:close/>
              </a:path>
            </a:pathLst>
          </a:custGeom>
          <a:solidFill>
            <a:srgbClr val="0095DB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4" name="Google Shape;84;p11"/>
          <p:cNvSpPr/>
          <p:nvPr/>
        </p:nvSpPr>
        <p:spPr>
          <a:xfrm>
            <a:off x="-50" y="0"/>
            <a:ext cx="9144000" cy="227100"/>
          </a:xfrm>
          <a:prstGeom prst="rect">
            <a:avLst/>
          </a:prstGeom>
          <a:solidFill>
            <a:srgbClr val="009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1"/>
          <p:cNvSpPr/>
          <p:nvPr/>
        </p:nvSpPr>
        <p:spPr>
          <a:xfrm>
            <a:off x="50" y="0"/>
            <a:ext cx="9144000" cy="102300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1"/>
          <p:cNvSpPr/>
          <p:nvPr/>
        </p:nvSpPr>
        <p:spPr>
          <a:xfrm>
            <a:off x="50" y="95855"/>
            <a:ext cx="3293570" cy="227107"/>
          </a:xfrm>
          <a:custGeom>
            <a:rect b="b" l="l" r="r" t="t"/>
            <a:pathLst>
              <a:path extrusionOk="0" h="12891" w="116535">
                <a:moveTo>
                  <a:pt x="116535" y="0"/>
                </a:moveTo>
                <a:lnTo>
                  <a:pt x="0" y="0"/>
                </a:lnTo>
                <a:lnTo>
                  <a:pt x="0" y="12891"/>
                </a:lnTo>
                <a:lnTo>
                  <a:pt x="109058" y="12891"/>
                </a:lnTo>
                <a:close/>
              </a:path>
            </a:pathLst>
          </a:custGeom>
          <a:solidFill>
            <a:srgbClr val="164194"/>
          </a:solidFill>
          <a:ln>
            <a:noFill/>
          </a:ln>
        </p:spPr>
      </p:sp>
      <p:sp>
        <p:nvSpPr>
          <p:cNvPr id="87" name="Google Shape;87;p11"/>
          <p:cNvSpPr/>
          <p:nvPr/>
        </p:nvSpPr>
        <p:spPr>
          <a:xfrm>
            <a:off x="-50" y="266388"/>
            <a:ext cx="1552675" cy="100625"/>
          </a:xfrm>
          <a:custGeom>
            <a:rect b="b" l="l" r="r" t="t"/>
            <a:pathLst>
              <a:path extrusionOk="0" h="4025" w="62107">
                <a:moveTo>
                  <a:pt x="62107" y="0"/>
                </a:moveTo>
                <a:lnTo>
                  <a:pt x="0" y="257"/>
                </a:lnTo>
                <a:lnTo>
                  <a:pt x="0" y="4025"/>
                </a:lnTo>
                <a:lnTo>
                  <a:pt x="58219" y="4025"/>
                </a:lnTo>
                <a:close/>
              </a:path>
            </a:pathLst>
          </a:custGeom>
          <a:solidFill>
            <a:srgbClr val="0095DB"/>
          </a:solidFill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11377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>
  <p:cSld name="TITLE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1" sz="52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2" name="Google Shape;92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3" name="Google Shape;9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-50" y="0"/>
            <a:ext cx="9144000" cy="227100"/>
          </a:xfrm>
          <a:prstGeom prst="rect">
            <a:avLst/>
          </a:prstGeom>
          <a:solidFill>
            <a:srgbClr val="009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50" y="0"/>
            <a:ext cx="9144000" cy="102300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50" y="95855"/>
            <a:ext cx="3293570" cy="227107"/>
          </a:xfrm>
          <a:custGeom>
            <a:rect b="b" l="l" r="r" t="t"/>
            <a:pathLst>
              <a:path extrusionOk="0" h="12891" w="116535">
                <a:moveTo>
                  <a:pt x="116535" y="0"/>
                </a:moveTo>
                <a:lnTo>
                  <a:pt x="0" y="0"/>
                </a:lnTo>
                <a:lnTo>
                  <a:pt x="0" y="12891"/>
                </a:lnTo>
                <a:lnTo>
                  <a:pt x="109058" y="12891"/>
                </a:lnTo>
                <a:close/>
              </a:path>
            </a:pathLst>
          </a:custGeom>
          <a:solidFill>
            <a:srgbClr val="164194"/>
          </a:solidFill>
          <a:ln>
            <a:noFill/>
          </a:ln>
        </p:spPr>
      </p:sp>
      <p:sp>
        <p:nvSpPr>
          <p:cNvPr id="97" name="Google Shape;97;p13"/>
          <p:cNvSpPr/>
          <p:nvPr/>
        </p:nvSpPr>
        <p:spPr>
          <a:xfrm>
            <a:off x="-50" y="266388"/>
            <a:ext cx="1552675" cy="100625"/>
          </a:xfrm>
          <a:custGeom>
            <a:rect b="b" l="l" r="r" t="t"/>
            <a:pathLst>
              <a:path extrusionOk="0" h="4025" w="62107">
                <a:moveTo>
                  <a:pt x="62107" y="0"/>
                </a:moveTo>
                <a:lnTo>
                  <a:pt x="0" y="257"/>
                </a:lnTo>
                <a:lnTo>
                  <a:pt x="0" y="4025"/>
                </a:lnTo>
                <a:lnTo>
                  <a:pt x="58219" y="4025"/>
                </a:lnTo>
                <a:close/>
              </a:path>
            </a:pathLst>
          </a:custGeom>
          <a:solidFill>
            <a:srgbClr val="0095DB"/>
          </a:solidFill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4194"/>
              </a:buClr>
              <a:buSzPts val="2400"/>
              <a:buFont typeface="Archivo Black"/>
              <a:buNone/>
              <a:defRPr b="0" i="0" sz="2400" u="none" cap="none" strike="noStrike">
                <a:solidFill>
                  <a:srgbClr val="164194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4194"/>
              </a:buClr>
              <a:buSzPts val="2400"/>
              <a:buFont typeface="Archivo Black"/>
              <a:buNone/>
              <a:defRPr b="0" i="0" sz="2400" u="none" cap="none" strike="noStrike">
                <a:solidFill>
                  <a:srgbClr val="164194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4194"/>
              </a:buClr>
              <a:buSzPts val="2400"/>
              <a:buFont typeface="Archivo Black"/>
              <a:buNone/>
              <a:defRPr b="0" i="0" sz="2400" u="none" cap="none" strike="noStrike">
                <a:solidFill>
                  <a:srgbClr val="164194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4194"/>
              </a:buClr>
              <a:buSzPts val="2400"/>
              <a:buFont typeface="Archivo Black"/>
              <a:buNone/>
              <a:defRPr b="0" i="0" sz="2400" u="none" cap="none" strike="noStrike">
                <a:solidFill>
                  <a:srgbClr val="164194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4194"/>
              </a:buClr>
              <a:buSzPts val="2400"/>
              <a:buFont typeface="Archivo Black"/>
              <a:buNone/>
              <a:defRPr b="0" i="0" sz="2400" u="none" cap="none" strike="noStrike">
                <a:solidFill>
                  <a:srgbClr val="164194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4194"/>
              </a:buClr>
              <a:buSzPts val="2400"/>
              <a:buFont typeface="Archivo Black"/>
              <a:buNone/>
              <a:defRPr b="0" i="0" sz="2400" u="none" cap="none" strike="noStrike">
                <a:solidFill>
                  <a:srgbClr val="164194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4194"/>
              </a:buClr>
              <a:buSzPts val="2400"/>
              <a:buFont typeface="Archivo Black"/>
              <a:buNone/>
              <a:defRPr b="0" i="0" sz="2400" u="none" cap="none" strike="noStrike">
                <a:solidFill>
                  <a:srgbClr val="164194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4194"/>
              </a:buClr>
              <a:buSzPts val="2400"/>
              <a:buFont typeface="Archivo Black"/>
              <a:buNone/>
              <a:defRPr b="0" i="0" sz="2400" u="none" cap="none" strike="noStrike">
                <a:solidFill>
                  <a:srgbClr val="164194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4194"/>
              </a:buClr>
              <a:buSzPts val="2400"/>
              <a:buFont typeface="Archivo Black"/>
              <a:buNone/>
              <a:defRPr b="0" i="0" sz="2400" u="none" cap="none" strike="noStrike">
                <a:solidFill>
                  <a:srgbClr val="164194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772"/>
              </a:buClr>
              <a:buSzPts val="2000"/>
              <a:buFont typeface="Archivo"/>
              <a:buChar char="●"/>
              <a:defRPr b="0" i="0" sz="2000" u="none" cap="none" strike="noStrike">
                <a:solidFill>
                  <a:srgbClr val="11377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13772"/>
              </a:buClr>
              <a:buSzPts val="1400"/>
              <a:buFont typeface="Archivo"/>
              <a:buChar char="○"/>
              <a:defRPr b="0" i="0" sz="1400" u="none" cap="none" strike="noStrike">
                <a:solidFill>
                  <a:srgbClr val="11377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13772"/>
              </a:buClr>
              <a:buSzPts val="1400"/>
              <a:buFont typeface="Archivo"/>
              <a:buChar char="■"/>
              <a:defRPr b="0" i="0" sz="1400" u="none" cap="none" strike="noStrike">
                <a:solidFill>
                  <a:srgbClr val="11377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13772"/>
              </a:buClr>
              <a:buSzPts val="1400"/>
              <a:buFont typeface="Archivo"/>
              <a:buChar char="●"/>
              <a:defRPr b="0" i="0" sz="1400" u="none" cap="none" strike="noStrike">
                <a:solidFill>
                  <a:srgbClr val="11377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13772"/>
              </a:buClr>
              <a:buSzPts val="1400"/>
              <a:buFont typeface="Archivo"/>
              <a:buChar char="○"/>
              <a:defRPr b="0" i="0" sz="1400" u="none" cap="none" strike="noStrike">
                <a:solidFill>
                  <a:srgbClr val="11377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13772"/>
              </a:buClr>
              <a:buSzPts val="1400"/>
              <a:buFont typeface="Archivo"/>
              <a:buChar char="■"/>
              <a:defRPr b="0" i="0" sz="1400" u="none" cap="none" strike="noStrike">
                <a:solidFill>
                  <a:srgbClr val="11377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13772"/>
              </a:buClr>
              <a:buSzPts val="1400"/>
              <a:buFont typeface="Archivo"/>
              <a:buChar char="●"/>
              <a:defRPr b="0" i="0" sz="1400" u="none" cap="none" strike="noStrike">
                <a:solidFill>
                  <a:srgbClr val="11377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13772"/>
              </a:buClr>
              <a:buSzPts val="1400"/>
              <a:buFont typeface="Archivo"/>
              <a:buChar char="○"/>
              <a:defRPr b="0" i="0" sz="1400" u="none" cap="none" strike="noStrike">
                <a:solidFill>
                  <a:srgbClr val="11377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113772"/>
              </a:buClr>
              <a:buSzPts val="1400"/>
              <a:buFont typeface="Archivo"/>
              <a:buChar char="■"/>
              <a:defRPr b="0" i="0" sz="1400" u="none" cap="none" strike="noStrike">
                <a:solidFill>
                  <a:srgbClr val="11377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>
            <p:ph type="ctrTitle"/>
          </p:nvPr>
        </p:nvSpPr>
        <p:spPr>
          <a:xfrm>
            <a:off x="3137800" y="1852550"/>
            <a:ext cx="5292300" cy="11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3000"/>
              <a:t>Análise de condições microclimáticas no Campus Universitário da UFRN, Natal, RN.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03" name="Google Shape;103;p14"/>
          <p:cNvSpPr txBox="1"/>
          <p:nvPr>
            <p:ph idx="2" type="subTitle"/>
          </p:nvPr>
        </p:nvSpPr>
        <p:spPr>
          <a:xfrm>
            <a:off x="2102423" y="3333894"/>
            <a:ext cx="5487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/>
              <a:t>Docente: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/>
              <a:t>Autor 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/>
              <a:t>Autor 3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86150" y="0"/>
            <a:ext cx="697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UNIVERSIDADE FEDERAL DO RIO GRANDE DO NORTE</a:t>
            </a:r>
            <a:endParaRPr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CENTRO DE CIÊNCIAS EXATAS E DA TERRA</a:t>
            </a:r>
            <a:endParaRPr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DEPARTAMENTO DE CIÊNCIAS ATMOSFÉRICAS E CLIMÁTICAS  </a:t>
            </a:r>
            <a:endParaRPr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CURSO DE GRADUAÇÃO METEOROLOGIA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05" name="Google Shape;105;p14"/>
          <p:cNvPicPr preferRelativeResize="0"/>
          <p:nvPr/>
        </p:nvPicPr>
        <p:blipFill rotWithShape="1">
          <a:blip r:embed="rId3">
            <a:alphaModFix/>
          </a:blip>
          <a:srcRect b="5460" l="7419" r="5813" t="8563"/>
          <a:stretch/>
        </p:blipFill>
        <p:spPr>
          <a:xfrm>
            <a:off x="311700" y="381275"/>
            <a:ext cx="1030775" cy="1149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/>
              <a:t>Título do slide</a:t>
            </a:r>
            <a:endParaRPr/>
          </a:p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pt-BR"/>
              <a:t>Lorem ipsum dolor sit amet, consectetur adipiscing elit. Fusce non metus quis risus suscipit varius. 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●"/>
            </a:pPr>
            <a:r>
              <a:rPr lang="pt-BR"/>
              <a:t>Nulla egestas lacinia mollis. 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/>
              <a:t>Aenean pulvinar quam vulputate diam volutpat placerat.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Etiam at augue pretium, posuere turpis sed, tincidunt est.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Aliquam sed lacus ultrices nisi blandit varius.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Phasellus ac mattis ex.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" name="Google Shape;116;p16"/>
          <p:cNvGraphicFramePr/>
          <p:nvPr/>
        </p:nvGraphicFramePr>
        <p:xfrm>
          <a:off x="206600" y="91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{5E0F995E-4281-4136-B5E2-91FB69B06F13}</a:tableStyleId>
              </a:tblPr>
              <a:tblGrid>
                <a:gridCol w="4332075"/>
                <a:gridCol w="4354200"/>
              </a:tblGrid>
              <a:tr h="394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a)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b)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7" name="Google Shape;117;p16" title="WhatsApp Image 2025-12-09 at 15.19.18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425" y="1057650"/>
            <a:ext cx="4094950" cy="340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title="WhatsApp Image 2025-12-09 at 15.19.18 (1)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5675" y="1057650"/>
            <a:ext cx="4094950" cy="336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Título do slide</a:t>
            </a:r>
            <a:endParaRPr/>
          </a:p>
        </p:txBody>
      </p:sp>
      <p:sp>
        <p:nvSpPr>
          <p:cNvPr id="124" name="Google Shape;124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Lorem ipsum dolor sit amet, consectetur adipiscing elit. Fusce non metus quis risus suscipit varius. 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Nulla egestas lacinia mollis. 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Aenean pulvinar quam vulputate diam volutpat placerat.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Etiam at augue pretium, posuere turpis sed, tincidunt est.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Aliquam sed lacus ultrices nisi blandit varius.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Phasellus ac mattis ex.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Lorem ipsum dolor sit amet, consectetur adipiscing elit. Fusce non metus quis risus suscipit varius. 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Nulla egestas lacinia mollis. 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Aenean pulvinar quam vulputate diam volutpat placerat.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Etiam at augue pretium, posuere turpis sed, tincidunt est.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Aliquam sed lacus ultrices nisi blandit varius.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Phasellus ac mattis ex.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Título do slide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Título do slide</a:t>
            </a:r>
            <a:endParaRPr/>
          </a:p>
        </p:txBody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200"/>
              <a:buNone/>
            </a:pPr>
            <a:r>
              <a:rPr lang="pt-BR"/>
              <a:t>Lorem ipsum dolor sit amet, consectetur adipiscing elit. Fusce non metus quis risus suscipit varius. </a:t>
            </a:r>
            <a:br>
              <a:rPr lang="pt-BR"/>
            </a:br>
            <a:r>
              <a:rPr lang="pt-BR"/>
              <a:t>Nulla egestas lacinia mollis. </a:t>
            </a:r>
            <a:br>
              <a:rPr lang="pt-BR"/>
            </a:br>
            <a:r>
              <a:rPr lang="pt-BR"/>
              <a:t>Aenean pulvinar quam vulputate diam volutpat placerat. </a:t>
            </a:r>
            <a:br>
              <a:rPr lang="pt-BR"/>
            </a:br>
            <a:r>
              <a:rPr lang="pt-BR"/>
              <a:t>Etiam at augue pretium, posuere turpis sed, tincidunt est. </a:t>
            </a:r>
            <a:br>
              <a:rPr lang="pt-BR"/>
            </a:br>
            <a:r>
              <a:rPr lang="pt-BR"/>
              <a:t>Aliquam sed lacus ultrices nisi blandit varius. </a:t>
            </a:r>
            <a:br>
              <a:rPr lang="pt-BR"/>
            </a:br>
            <a:r>
              <a:rPr lang="pt-BR"/>
              <a:t>Phasellus ac mattis ex.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/>
              <a:t>Título do slide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pt-BR"/>
              <a:t>Título do slide</a:t>
            </a:r>
            <a:endParaRPr/>
          </a:p>
        </p:txBody>
      </p:sp>
      <p:sp>
        <p:nvSpPr>
          <p:cNvPr id="147" name="Google Shape;14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pt-BR"/>
              <a:t>Legenda para o slide</a:t>
            </a:r>
            <a:endParaRPr/>
          </a:p>
        </p:txBody>
      </p:sp>
      <p:sp>
        <p:nvSpPr>
          <p:cNvPr id="148" name="Google Shape;14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000"/>
              <a:buNone/>
            </a:pPr>
            <a:r>
              <a:rPr lang="pt-BR"/>
              <a:t>Lorem ipsum dolor sit amet, consectetur adipiscing elit. Fusce non metus quis risus suscipit varius. </a:t>
            </a:r>
            <a:br>
              <a:rPr lang="pt-BR"/>
            </a:br>
            <a:r>
              <a:rPr lang="pt-BR"/>
              <a:t>Nulla egestas lacinia mollis. </a:t>
            </a:r>
            <a:br>
              <a:rPr lang="pt-BR"/>
            </a:br>
            <a:r>
              <a:rPr lang="pt-BR"/>
              <a:t>Aenean pulvinar quam vulputate diam volutpat placerat.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pt-BR"/>
              <a:t>Lorem ipsum dolor sit amet, consectetur adipiscing.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000"/>
              <a:buNone/>
            </a:pPr>
            <a:r>
              <a:rPr lang="pt-BR"/>
              <a:t>Lorem ipsum dolor sit amet, consectetur adipiscing elit.</a:t>
            </a:r>
            <a:endParaRPr/>
          </a:p>
        </p:txBody>
      </p:sp>
      <p:sp>
        <p:nvSpPr>
          <p:cNvPr id="159" name="Google Shape;159;p23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pt-BR"/>
              <a:t>100%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pt-BR"/>
              <a:t>Título principal</a:t>
            </a:r>
            <a:endParaRPr/>
          </a:p>
        </p:txBody>
      </p:sp>
      <p:sp>
        <p:nvSpPr>
          <p:cNvPr id="169" name="Google Shape;169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Título secundário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